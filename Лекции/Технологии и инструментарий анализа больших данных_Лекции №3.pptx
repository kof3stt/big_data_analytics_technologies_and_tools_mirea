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5" r:id="rId1"/>
  </p:sldMasterIdLst>
  <p:notesMasterIdLst>
    <p:notesMasterId r:id="rId65"/>
  </p:notesMasterIdLst>
  <p:sldIdLst>
    <p:sldId id="256" r:id="rId2"/>
    <p:sldId id="257" r:id="rId3"/>
    <p:sldId id="352" r:id="rId4"/>
    <p:sldId id="353" r:id="rId5"/>
    <p:sldId id="354" r:id="rId6"/>
    <p:sldId id="355" r:id="rId7"/>
    <p:sldId id="356" r:id="rId8"/>
    <p:sldId id="357" r:id="rId9"/>
    <p:sldId id="358" r:id="rId10"/>
    <p:sldId id="349" r:id="rId11"/>
    <p:sldId id="374" r:id="rId12"/>
    <p:sldId id="375" r:id="rId13"/>
    <p:sldId id="377" r:id="rId14"/>
    <p:sldId id="391" r:id="rId15"/>
    <p:sldId id="369" r:id="rId16"/>
    <p:sldId id="376" r:id="rId17"/>
    <p:sldId id="392" r:id="rId18"/>
    <p:sldId id="393" r:id="rId19"/>
    <p:sldId id="359" r:id="rId20"/>
    <p:sldId id="360" r:id="rId21"/>
    <p:sldId id="361" r:id="rId22"/>
    <p:sldId id="362" r:id="rId23"/>
    <p:sldId id="271" r:id="rId24"/>
    <p:sldId id="334" r:id="rId25"/>
    <p:sldId id="363" r:id="rId26"/>
    <p:sldId id="364" r:id="rId27"/>
    <p:sldId id="365" r:id="rId28"/>
    <p:sldId id="366" r:id="rId29"/>
    <p:sldId id="367" r:id="rId30"/>
    <p:sldId id="368" r:id="rId31"/>
    <p:sldId id="371" r:id="rId32"/>
    <p:sldId id="372" r:id="rId33"/>
    <p:sldId id="373" r:id="rId34"/>
    <p:sldId id="378" r:id="rId35"/>
    <p:sldId id="379" r:id="rId36"/>
    <p:sldId id="381" r:id="rId37"/>
    <p:sldId id="380" r:id="rId38"/>
    <p:sldId id="383" r:id="rId39"/>
    <p:sldId id="382" r:id="rId40"/>
    <p:sldId id="384" r:id="rId41"/>
    <p:sldId id="336" r:id="rId42"/>
    <p:sldId id="337" r:id="rId43"/>
    <p:sldId id="385" r:id="rId44"/>
    <p:sldId id="386" r:id="rId45"/>
    <p:sldId id="387" r:id="rId46"/>
    <p:sldId id="340" r:id="rId47"/>
    <p:sldId id="347" r:id="rId48"/>
    <p:sldId id="348" r:id="rId49"/>
    <p:sldId id="343" r:id="rId50"/>
    <p:sldId id="339" r:id="rId51"/>
    <p:sldId id="388" r:id="rId52"/>
    <p:sldId id="341" r:id="rId53"/>
    <p:sldId id="389" r:id="rId54"/>
    <p:sldId id="390" r:id="rId55"/>
    <p:sldId id="351" r:id="rId56"/>
    <p:sldId id="350" r:id="rId57"/>
    <p:sldId id="342" r:id="rId58"/>
    <p:sldId id="344" r:id="rId59"/>
    <p:sldId id="345" r:id="rId60"/>
    <p:sldId id="346" r:id="rId61"/>
    <p:sldId id="338" r:id="rId62"/>
    <p:sldId id="394" r:id="rId63"/>
    <p:sldId id="292" r:id="rId64"/>
  </p:sldIdLst>
  <p:sldSz cx="12192000" cy="6858000"/>
  <p:notesSz cx="6858000" cy="9144000"/>
  <p:defaultTextStyle>
    <a:defPPr>
      <a:defRPr lang="ru-RU"/>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70510" autoAdjust="0"/>
  </p:normalViewPr>
  <p:slideViewPr>
    <p:cSldViewPr snapToGrid="0">
      <p:cViewPr varScale="1">
        <p:scale>
          <a:sx n="62" d="100"/>
          <a:sy n="62" d="100"/>
        </p:scale>
        <p:origin x="1642"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2BEC89-CACC-4FD6-9592-7528CD127C6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ru-RU"/>
        </a:p>
      </dgm:t>
    </dgm:pt>
    <dgm:pt modelId="{FF016709-81CA-4E70-A772-7D8E0D1B92AC}">
      <dgm:prSet custT="1"/>
      <dgm:spPr/>
      <dgm:t>
        <a:bodyPr/>
        <a:lstStyle/>
        <a:p>
          <a:r>
            <a:rPr lang="ru-RU" sz="2400" b="1"/>
            <a:t>Меры центральной тенденции</a:t>
          </a:r>
        </a:p>
      </dgm:t>
    </dgm:pt>
    <dgm:pt modelId="{ED9F7E04-EAEF-4107-A191-355529104C09}" type="parTrans" cxnId="{E0C97F50-597F-4C21-880F-53A553BAB95F}">
      <dgm:prSet/>
      <dgm:spPr/>
      <dgm:t>
        <a:bodyPr/>
        <a:lstStyle/>
        <a:p>
          <a:endParaRPr lang="ru-RU"/>
        </a:p>
      </dgm:t>
    </dgm:pt>
    <dgm:pt modelId="{27F01968-1A32-4F85-A494-DEE972BD48BA}" type="sibTrans" cxnId="{E0C97F50-597F-4C21-880F-53A553BAB95F}">
      <dgm:prSet/>
      <dgm:spPr/>
      <dgm:t>
        <a:bodyPr/>
        <a:lstStyle/>
        <a:p>
          <a:endParaRPr lang="ru-RU"/>
        </a:p>
      </dgm:t>
    </dgm:pt>
    <dgm:pt modelId="{388814BB-ECCA-4D58-82AE-524C2BF44294}">
      <dgm:prSet custT="1"/>
      <dgm:spPr/>
      <dgm:t>
        <a:bodyPr/>
        <a:lstStyle/>
        <a:p>
          <a:r>
            <a:rPr lang="ru-RU" sz="1800" b="1"/>
            <a:t>Мода</a:t>
          </a:r>
        </a:p>
      </dgm:t>
    </dgm:pt>
    <dgm:pt modelId="{53CED2E1-0381-4F44-9E31-13DA43716B6B}" type="parTrans" cxnId="{51331B87-4F1C-41AD-A296-484FB41B4CAA}">
      <dgm:prSet/>
      <dgm:spPr/>
      <dgm:t>
        <a:bodyPr/>
        <a:lstStyle/>
        <a:p>
          <a:endParaRPr lang="ru-RU"/>
        </a:p>
      </dgm:t>
    </dgm:pt>
    <dgm:pt modelId="{ADDA433B-7A51-47F2-9C10-793C926CFB6C}" type="sibTrans" cxnId="{51331B87-4F1C-41AD-A296-484FB41B4CAA}">
      <dgm:prSet/>
      <dgm:spPr/>
      <dgm:t>
        <a:bodyPr/>
        <a:lstStyle/>
        <a:p>
          <a:endParaRPr lang="ru-RU"/>
        </a:p>
      </dgm:t>
    </dgm:pt>
    <dgm:pt modelId="{D33311DF-7948-41B3-A6FE-DB97B516CE0D}">
      <dgm:prSet custT="1"/>
      <dgm:spPr/>
      <dgm:t>
        <a:bodyPr/>
        <a:lstStyle/>
        <a:p>
          <a:r>
            <a:rPr lang="ru-RU" sz="1800" b="1"/>
            <a:t>Медиана</a:t>
          </a:r>
        </a:p>
      </dgm:t>
    </dgm:pt>
    <dgm:pt modelId="{D80F51C8-028E-41F1-AFE4-0FE9BF4D1AF0}" type="parTrans" cxnId="{2A1BF861-0CDF-4AF2-91B1-C8A97E4B1777}">
      <dgm:prSet/>
      <dgm:spPr/>
      <dgm:t>
        <a:bodyPr/>
        <a:lstStyle/>
        <a:p>
          <a:endParaRPr lang="ru-RU"/>
        </a:p>
      </dgm:t>
    </dgm:pt>
    <dgm:pt modelId="{BCCAFBE1-1DE4-42CD-BC68-D06FB9D8647A}" type="sibTrans" cxnId="{2A1BF861-0CDF-4AF2-91B1-C8A97E4B1777}">
      <dgm:prSet/>
      <dgm:spPr/>
      <dgm:t>
        <a:bodyPr/>
        <a:lstStyle/>
        <a:p>
          <a:endParaRPr lang="ru-RU"/>
        </a:p>
      </dgm:t>
    </dgm:pt>
    <dgm:pt modelId="{2A5B4943-FBB6-47CE-9216-663FD545751A}">
      <dgm:prSet custT="1"/>
      <dgm:spPr/>
      <dgm:t>
        <a:bodyPr/>
        <a:lstStyle/>
        <a:p>
          <a:r>
            <a:rPr lang="ru-RU" sz="1800" b="1" dirty="0"/>
            <a:t>Среднее значение</a:t>
          </a:r>
        </a:p>
      </dgm:t>
    </dgm:pt>
    <dgm:pt modelId="{F9C28359-24C6-4F43-BD31-D79652FB3FF1}" type="parTrans" cxnId="{0E25CC34-6C58-45C7-8AE5-76850EE6D26A}">
      <dgm:prSet/>
      <dgm:spPr/>
      <dgm:t>
        <a:bodyPr/>
        <a:lstStyle/>
        <a:p>
          <a:endParaRPr lang="ru-RU"/>
        </a:p>
      </dgm:t>
    </dgm:pt>
    <dgm:pt modelId="{A07C90A9-E406-4B6D-874E-A18BB648F3E7}" type="sibTrans" cxnId="{0E25CC34-6C58-45C7-8AE5-76850EE6D26A}">
      <dgm:prSet/>
      <dgm:spPr/>
      <dgm:t>
        <a:bodyPr/>
        <a:lstStyle/>
        <a:p>
          <a:endParaRPr lang="ru-RU"/>
        </a:p>
      </dgm:t>
    </dgm:pt>
    <dgm:pt modelId="{E92B0C33-84F1-4283-B6EF-F172A346C610}">
      <dgm:prSet custT="1"/>
      <dgm:spPr/>
      <dgm:t>
        <a:bodyPr/>
        <a:lstStyle/>
        <a:p>
          <a:r>
            <a:rPr lang="ru-RU" sz="1800" b="1" dirty="0"/>
            <a:t>Взвешенное среднее (</a:t>
          </a:r>
          <a:r>
            <a:rPr lang="ru-RU" sz="1800" b="1" dirty="0" err="1"/>
            <a:t>мат.ожидание</a:t>
          </a:r>
          <a:r>
            <a:rPr lang="ru-RU" sz="1800" b="1" dirty="0"/>
            <a:t>)</a:t>
          </a:r>
        </a:p>
      </dgm:t>
    </dgm:pt>
    <dgm:pt modelId="{CEF948AB-5E1B-4817-A3BF-FC4A39CB1DB3}" type="parTrans" cxnId="{8D5B0E96-7B51-49A4-BE5A-ABA9209245E1}">
      <dgm:prSet/>
      <dgm:spPr/>
      <dgm:t>
        <a:bodyPr/>
        <a:lstStyle/>
        <a:p>
          <a:endParaRPr lang="ru-RU"/>
        </a:p>
      </dgm:t>
    </dgm:pt>
    <dgm:pt modelId="{E4FBBE4F-84D9-4A48-BF0C-9129ECABF1BA}" type="sibTrans" cxnId="{8D5B0E96-7B51-49A4-BE5A-ABA9209245E1}">
      <dgm:prSet/>
      <dgm:spPr/>
      <dgm:t>
        <a:bodyPr/>
        <a:lstStyle/>
        <a:p>
          <a:endParaRPr lang="ru-RU"/>
        </a:p>
      </dgm:t>
    </dgm:pt>
    <dgm:pt modelId="{F12CDC48-ACB5-41F7-B01D-55067CAB5C7C}">
      <dgm:prSet custT="1"/>
      <dgm:spPr/>
      <dgm:t>
        <a:bodyPr/>
        <a:lstStyle/>
        <a:p>
          <a:r>
            <a:rPr lang="ru-RU" sz="2400" b="1"/>
            <a:t>Меры изменчивости</a:t>
          </a:r>
        </a:p>
      </dgm:t>
    </dgm:pt>
    <dgm:pt modelId="{4CD06E9D-5E86-4D7A-963C-EDB0853CA2D9}" type="parTrans" cxnId="{D4B078AB-7F3F-4EEF-9040-49433D604FF4}">
      <dgm:prSet/>
      <dgm:spPr/>
      <dgm:t>
        <a:bodyPr/>
        <a:lstStyle/>
        <a:p>
          <a:endParaRPr lang="ru-RU"/>
        </a:p>
      </dgm:t>
    </dgm:pt>
    <dgm:pt modelId="{16BC17BC-B657-49BB-A9F0-2EFAA60C1D29}" type="sibTrans" cxnId="{D4B078AB-7F3F-4EEF-9040-49433D604FF4}">
      <dgm:prSet/>
      <dgm:spPr/>
      <dgm:t>
        <a:bodyPr/>
        <a:lstStyle/>
        <a:p>
          <a:endParaRPr lang="ru-RU"/>
        </a:p>
      </dgm:t>
    </dgm:pt>
    <dgm:pt modelId="{8FAB5808-F178-47CE-A837-B4C775FA9BD4}">
      <dgm:prSet custT="1"/>
      <dgm:spPr/>
      <dgm:t>
        <a:bodyPr/>
        <a:lstStyle/>
        <a:p>
          <a:r>
            <a:rPr lang="ru-RU" sz="1800" b="1"/>
            <a:t>Размах</a:t>
          </a:r>
        </a:p>
      </dgm:t>
    </dgm:pt>
    <dgm:pt modelId="{D3F46224-8096-4D58-8676-CB3F1BBD9A23}" type="parTrans" cxnId="{6094BA77-6418-4BF8-A4A9-91C22F2B3652}">
      <dgm:prSet/>
      <dgm:spPr/>
      <dgm:t>
        <a:bodyPr/>
        <a:lstStyle/>
        <a:p>
          <a:endParaRPr lang="ru-RU"/>
        </a:p>
      </dgm:t>
    </dgm:pt>
    <dgm:pt modelId="{05F877B5-B80E-400F-98C7-68BB2F28D9D4}" type="sibTrans" cxnId="{6094BA77-6418-4BF8-A4A9-91C22F2B3652}">
      <dgm:prSet/>
      <dgm:spPr/>
      <dgm:t>
        <a:bodyPr/>
        <a:lstStyle/>
        <a:p>
          <a:endParaRPr lang="ru-RU"/>
        </a:p>
      </dgm:t>
    </dgm:pt>
    <dgm:pt modelId="{E2BD3146-2385-45B7-A553-7F766F918254}">
      <dgm:prSet custT="1"/>
      <dgm:spPr/>
      <dgm:t>
        <a:bodyPr/>
        <a:lstStyle/>
        <a:p>
          <a:r>
            <a:rPr lang="ru-RU" sz="1800" b="1"/>
            <a:t>Дисперсия</a:t>
          </a:r>
        </a:p>
      </dgm:t>
    </dgm:pt>
    <dgm:pt modelId="{234D31C2-919A-4ACE-A42F-4986743BC10D}" type="parTrans" cxnId="{DB5D5036-5264-4D19-85D7-DE2435657900}">
      <dgm:prSet/>
      <dgm:spPr/>
      <dgm:t>
        <a:bodyPr/>
        <a:lstStyle/>
        <a:p>
          <a:endParaRPr lang="ru-RU"/>
        </a:p>
      </dgm:t>
    </dgm:pt>
    <dgm:pt modelId="{54A0C9A0-2BA0-48FD-B666-28F93F57031F}" type="sibTrans" cxnId="{DB5D5036-5264-4D19-85D7-DE2435657900}">
      <dgm:prSet/>
      <dgm:spPr/>
      <dgm:t>
        <a:bodyPr/>
        <a:lstStyle/>
        <a:p>
          <a:endParaRPr lang="ru-RU"/>
        </a:p>
      </dgm:t>
    </dgm:pt>
    <dgm:pt modelId="{B4B89D23-B24B-4B14-9F48-F99FDD9411B8}">
      <dgm:prSet custT="1"/>
      <dgm:spPr/>
      <dgm:t>
        <a:bodyPr/>
        <a:lstStyle/>
        <a:p>
          <a:r>
            <a:rPr lang="ru-RU" sz="1800" b="1"/>
            <a:t>Стандартное отклонение</a:t>
          </a:r>
        </a:p>
      </dgm:t>
    </dgm:pt>
    <dgm:pt modelId="{DC27B4F9-7170-48F5-9B61-9EEBFF1E2C27}" type="parTrans" cxnId="{8B908620-E85E-4429-AD7C-F0AC0E75FD89}">
      <dgm:prSet/>
      <dgm:spPr/>
      <dgm:t>
        <a:bodyPr/>
        <a:lstStyle/>
        <a:p>
          <a:endParaRPr lang="ru-RU"/>
        </a:p>
      </dgm:t>
    </dgm:pt>
    <dgm:pt modelId="{AA469663-F327-452C-B899-119CB03219BC}" type="sibTrans" cxnId="{8B908620-E85E-4429-AD7C-F0AC0E75FD89}">
      <dgm:prSet/>
      <dgm:spPr/>
      <dgm:t>
        <a:bodyPr/>
        <a:lstStyle/>
        <a:p>
          <a:endParaRPr lang="ru-RU"/>
        </a:p>
      </dgm:t>
    </dgm:pt>
    <dgm:pt modelId="{BD5F5541-FFEB-4E24-B6CA-307FA40DA1A1}">
      <dgm:prSet custT="1"/>
      <dgm:spPr/>
      <dgm:t>
        <a:bodyPr/>
        <a:lstStyle/>
        <a:p>
          <a:r>
            <a:rPr lang="ru-RU" sz="1800" b="1" dirty="0" err="1"/>
            <a:t>Межквартильный</a:t>
          </a:r>
          <a:r>
            <a:rPr lang="ru-RU" sz="1800" b="1" dirty="0"/>
            <a:t> размах </a:t>
          </a:r>
          <a:r>
            <a:rPr lang="en-US" sz="1800" b="1" dirty="0"/>
            <a:t>IQR</a:t>
          </a:r>
          <a:endParaRPr lang="ru-RU" sz="1800" b="1" dirty="0"/>
        </a:p>
      </dgm:t>
    </dgm:pt>
    <dgm:pt modelId="{7772F92A-0D81-4B30-8166-DAE7ED8846B1}" type="parTrans" cxnId="{98333BBD-B47C-4DC5-A42F-6610B0A89455}">
      <dgm:prSet/>
      <dgm:spPr/>
      <dgm:t>
        <a:bodyPr/>
        <a:lstStyle/>
        <a:p>
          <a:endParaRPr lang="ru-RU"/>
        </a:p>
      </dgm:t>
    </dgm:pt>
    <dgm:pt modelId="{49CD9C4F-DB71-4EE0-A6F4-53A330699B83}" type="sibTrans" cxnId="{98333BBD-B47C-4DC5-A42F-6610B0A89455}">
      <dgm:prSet/>
      <dgm:spPr/>
      <dgm:t>
        <a:bodyPr/>
        <a:lstStyle/>
        <a:p>
          <a:endParaRPr lang="ru-RU"/>
        </a:p>
      </dgm:t>
    </dgm:pt>
    <dgm:pt modelId="{D2BA2A58-E1F5-4BE5-9157-8A521C07F025}" type="pres">
      <dgm:prSet presAssocID="{562BEC89-CACC-4FD6-9592-7528CD127C6C}" presName="diagram" presStyleCnt="0">
        <dgm:presLayoutVars>
          <dgm:chPref val="1"/>
          <dgm:dir/>
          <dgm:animOne val="branch"/>
          <dgm:animLvl val="lvl"/>
          <dgm:resizeHandles/>
        </dgm:presLayoutVars>
      </dgm:prSet>
      <dgm:spPr/>
    </dgm:pt>
    <dgm:pt modelId="{79E22EB6-F9F6-4C30-8ECE-DADCFA0D5A82}" type="pres">
      <dgm:prSet presAssocID="{FF016709-81CA-4E70-A772-7D8E0D1B92AC}" presName="root" presStyleCnt="0"/>
      <dgm:spPr/>
    </dgm:pt>
    <dgm:pt modelId="{7E3A110E-1B3E-4AA2-A8D2-AF3E9F2FE7F5}" type="pres">
      <dgm:prSet presAssocID="{FF016709-81CA-4E70-A772-7D8E0D1B92AC}" presName="rootComposite" presStyleCnt="0"/>
      <dgm:spPr/>
    </dgm:pt>
    <dgm:pt modelId="{8B224E82-0A5F-43AE-A252-BBD20B6FCB44}" type="pres">
      <dgm:prSet presAssocID="{FF016709-81CA-4E70-A772-7D8E0D1B92AC}" presName="rootText" presStyleLbl="node1" presStyleIdx="0" presStyleCnt="2" custScaleX="194461"/>
      <dgm:spPr/>
    </dgm:pt>
    <dgm:pt modelId="{F8B581BD-73D8-4F90-9FF1-4A204549B82D}" type="pres">
      <dgm:prSet presAssocID="{FF016709-81CA-4E70-A772-7D8E0D1B92AC}" presName="rootConnector" presStyleLbl="node1" presStyleIdx="0" presStyleCnt="2"/>
      <dgm:spPr/>
    </dgm:pt>
    <dgm:pt modelId="{7FFB2B2D-A559-4583-87D3-59E8C9B34D18}" type="pres">
      <dgm:prSet presAssocID="{FF016709-81CA-4E70-A772-7D8E0D1B92AC}" presName="childShape" presStyleCnt="0"/>
      <dgm:spPr/>
    </dgm:pt>
    <dgm:pt modelId="{DF1F74CD-CA0F-4044-9E26-3885B6B3015F}" type="pres">
      <dgm:prSet presAssocID="{53CED2E1-0381-4F44-9E31-13DA43716B6B}" presName="Name13" presStyleLbl="parChTrans1D2" presStyleIdx="0" presStyleCnt="8"/>
      <dgm:spPr/>
    </dgm:pt>
    <dgm:pt modelId="{B436A25B-0C6D-4A0E-85B4-FD0FA007BF6D}" type="pres">
      <dgm:prSet presAssocID="{388814BB-ECCA-4D58-82AE-524C2BF44294}" presName="childText" presStyleLbl="bgAcc1" presStyleIdx="0" presStyleCnt="8" custScaleX="194461">
        <dgm:presLayoutVars>
          <dgm:bulletEnabled val="1"/>
        </dgm:presLayoutVars>
      </dgm:prSet>
      <dgm:spPr/>
    </dgm:pt>
    <dgm:pt modelId="{18099EFB-85AA-4455-BAD7-939AA76DA272}" type="pres">
      <dgm:prSet presAssocID="{D80F51C8-028E-41F1-AFE4-0FE9BF4D1AF0}" presName="Name13" presStyleLbl="parChTrans1D2" presStyleIdx="1" presStyleCnt="8"/>
      <dgm:spPr/>
    </dgm:pt>
    <dgm:pt modelId="{F7B867DE-B2D5-4AF8-A2EC-65F91D8C0FAB}" type="pres">
      <dgm:prSet presAssocID="{D33311DF-7948-41B3-A6FE-DB97B516CE0D}" presName="childText" presStyleLbl="bgAcc1" presStyleIdx="1" presStyleCnt="8" custScaleX="194461">
        <dgm:presLayoutVars>
          <dgm:bulletEnabled val="1"/>
        </dgm:presLayoutVars>
      </dgm:prSet>
      <dgm:spPr/>
    </dgm:pt>
    <dgm:pt modelId="{9A8C6250-7B4A-471E-8457-63295E5E704E}" type="pres">
      <dgm:prSet presAssocID="{F9C28359-24C6-4F43-BD31-D79652FB3FF1}" presName="Name13" presStyleLbl="parChTrans1D2" presStyleIdx="2" presStyleCnt="8"/>
      <dgm:spPr/>
    </dgm:pt>
    <dgm:pt modelId="{2EB822E7-BB2B-4E26-BF60-033FB3152C6D}" type="pres">
      <dgm:prSet presAssocID="{2A5B4943-FBB6-47CE-9216-663FD545751A}" presName="childText" presStyleLbl="bgAcc1" presStyleIdx="2" presStyleCnt="8" custScaleX="194461">
        <dgm:presLayoutVars>
          <dgm:bulletEnabled val="1"/>
        </dgm:presLayoutVars>
      </dgm:prSet>
      <dgm:spPr/>
    </dgm:pt>
    <dgm:pt modelId="{57455954-CC2B-4F5B-A574-F80FA8C20209}" type="pres">
      <dgm:prSet presAssocID="{CEF948AB-5E1B-4817-A3BF-FC4A39CB1DB3}" presName="Name13" presStyleLbl="parChTrans1D2" presStyleIdx="3" presStyleCnt="8"/>
      <dgm:spPr/>
    </dgm:pt>
    <dgm:pt modelId="{9AB2966B-9A02-457C-A91B-092E58D382FA}" type="pres">
      <dgm:prSet presAssocID="{E92B0C33-84F1-4283-B6EF-F172A346C610}" presName="childText" presStyleLbl="bgAcc1" presStyleIdx="3" presStyleCnt="8" custScaleX="194461">
        <dgm:presLayoutVars>
          <dgm:bulletEnabled val="1"/>
        </dgm:presLayoutVars>
      </dgm:prSet>
      <dgm:spPr/>
    </dgm:pt>
    <dgm:pt modelId="{FA01B6C8-BB5D-40F7-A9E6-41F4F12A36DB}" type="pres">
      <dgm:prSet presAssocID="{F12CDC48-ACB5-41F7-B01D-55067CAB5C7C}" presName="root" presStyleCnt="0"/>
      <dgm:spPr/>
    </dgm:pt>
    <dgm:pt modelId="{6E88381D-B552-41C7-88B9-E89B6CD099D0}" type="pres">
      <dgm:prSet presAssocID="{F12CDC48-ACB5-41F7-B01D-55067CAB5C7C}" presName="rootComposite" presStyleCnt="0"/>
      <dgm:spPr/>
    </dgm:pt>
    <dgm:pt modelId="{E78F4896-06EE-4CDB-9D8F-1CEDEED44A5D}" type="pres">
      <dgm:prSet presAssocID="{F12CDC48-ACB5-41F7-B01D-55067CAB5C7C}" presName="rootText" presStyleLbl="node1" presStyleIdx="1" presStyleCnt="2" custScaleX="194461"/>
      <dgm:spPr/>
    </dgm:pt>
    <dgm:pt modelId="{B96E5967-9F0F-4C1B-98B0-31E15561D1CC}" type="pres">
      <dgm:prSet presAssocID="{F12CDC48-ACB5-41F7-B01D-55067CAB5C7C}" presName="rootConnector" presStyleLbl="node1" presStyleIdx="1" presStyleCnt="2"/>
      <dgm:spPr/>
    </dgm:pt>
    <dgm:pt modelId="{9819F47C-D484-47EC-9297-18D5521F02B3}" type="pres">
      <dgm:prSet presAssocID="{F12CDC48-ACB5-41F7-B01D-55067CAB5C7C}" presName="childShape" presStyleCnt="0"/>
      <dgm:spPr/>
    </dgm:pt>
    <dgm:pt modelId="{42F7D95A-34B2-4831-A1A8-BE16CD289FEA}" type="pres">
      <dgm:prSet presAssocID="{D3F46224-8096-4D58-8676-CB3F1BBD9A23}" presName="Name13" presStyleLbl="parChTrans1D2" presStyleIdx="4" presStyleCnt="8"/>
      <dgm:spPr/>
    </dgm:pt>
    <dgm:pt modelId="{A43747B1-7231-4487-A9A2-7DA7629D7B99}" type="pres">
      <dgm:prSet presAssocID="{8FAB5808-F178-47CE-A837-B4C775FA9BD4}" presName="childText" presStyleLbl="bgAcc1" presStyleIdx="4" presStyleCnt="8" custScaleX="194461">
        <dgm:presLayoutVars>
          <dgm:bulletEnabled val="1"/>
        </dgm:presLayoutVars>
      </dgm:prSet>
      <dgm:spPr/>
    </dgm:pt>
    <dgm:pt modelId="{802D6968-A134-4897-B870-24215267A436}" type="pres">
      <dgm:prSet presAssocID="{234D31C2-919A-4ACE-A42F-4986743BC10D}" presName="Name13" presStyleLbl="parChTrans1D2" presStyleIdx="5" presStyleCnt="8"/>
      <dgm:spPr/>
    </dgm:pt>
    <dgm:pt modelId="{12B0C288-270A-49CF-9023-BE056A2D2A0C}" type="pres">
      <dgm:prSet presAssocID="{E2BD3146-2385-45B7-A553-7F766F918254}" presName="childText" presStyleLbl="bgAcc1" presStyleIdx="5" presStyleCnt="8" custScaleX="194461">
        <dgm:presLayoutVars>
          <dgm:bulletEnabled val="1"/>
        </dgm:presLayoutVars>
      </dgm:prSet>
      <dgm:spPr/>
    </dgm:pt>
    <dgm:pt modelId="{ACB08858-4ADA-4312-963E-0D8B538D78AD}" type="pres">
      <dgm:prSet presAssocID="{DC27B4F9-7170-48F5-9B61-9EEBFF1E2C27}" presName="Name13" presStyleLbl="parChTrans1D2" presStyleIdx="6" presStyleCnt="8"/>
      <dgm:spPr/>
    </dgm:pt>
    <dgm:pt modelId="{80592006-003A-4C04-9800-653E2EC24D22}" type="pres">
      <dgm:prSet presAssocID="{B4B89D23-B24B-4B14-9F48-F99FDD9411B8}" presName="childText" presStyleLbl="bgAcc1" presStyleIdx="6" presStyleCnt="8" custScaleX="194461">
        <dgm:presLayoutVars>
          <dgm:bulletEnabled val="1"/>
        </dgm:presLayoutVars>
      </dgm:prSet>
      <dgm:spPr/>
    </dgm:pt>
    <dgm:pt modelId="{4D90A4C1-BE75-45E4-99D5-B59B81C94364}" type="pres">
      <dgm:prSet presAssocID="{7772F92A-0D81-4B30-8166-DAE7ED8846B1}" presName="Name13" presStyleLbl="parChTrans1D2" presStyleIdx="7" presStyleCnt="8"/>
      <dgm:spPr/>
    </dgm:pt>
    <dgm:pt modelId="{40AF74A8-7858-44B2-9816-1767860BFA19}" type="pres">
      <dgm:prSet presAssocID="{BD5F5541-FFEB-4E24-B6CA-307FA40DA1A1}" presName="childText" presStyleLbl="bgAcc1" presStyleIdx="7" presStyleCnt="8" custScaleX="194461">
        <dgm:presLayoutVars>
          <dgm:bulletEnabled val="1"/>
        </dgm:presLayoutVars>
      </dgm:prSet>
      <dgm:spPr/>
    </dgm:pt>
  </dgm:ptLst>
  <dgm:cxnLst>
    <dgm:cxn modelId="{1F4B5D0A-2780-4356-B8E7-1B51256A8932}" type="presOf" srcId="{F12CDC48-ACB5-41F7-B01D-55067CAB5C7C}" destId="{E78F4896-06EE-4CDB-9D8F-1CEDEED44A5D}" srcOrd="0" destOrd="0" presId="urn:microsoft.com/office/officeart/2005/8/layout/hierarchy3"/>
    <dgm:cxn modelId="{A82D3416-14F5-4C06-A16F-7E92D2EDDA19}" type="presOf" srcId="{7772F92A-0D81-4B30-8166-DAE7ED8846B1}" destId="{4D90A4C1-BE75-45E4-99D5-B59B81C94364}" srcOrd="0" destOrd="0" presId="urn:microsoft.com/office/officeart/2005/8/layout/hierarchy3"/>
    <dgm:cxn modelId="{01E0081F-425D-4C74-94E2-3ADDC4D62CD5}" type="presOf" srcId="{234D31C2-919A-4ACE-A42F-4986743BC10D}" destId="{802D6968-A134-4897-B870-24215267A436}" srcOrd="0" destOrd="0" presId="urn:microsoft.com/office/officeart/2005/8/layout/hierarchy3"/>
    <dgm:cxn modelId="{8B908620-E85E-4429-AD7C-F0AC0E75FD89}" srcId="{F12CDC48-ACB5-41F7-B01D-55067CAB5C7C}" destId="{B4B89D23-B24B-4B14-9F48-F99FDD9411B8}" srcOrd="2" destOrd="0" parTransId="{DC27B4F9-7170-48F5-9B61-9EEBFF1E2C27}" sibTransId="{AA469663-F327-452C-B899-119CB03219BC}"/>
    <dgm:cxn modelId="{B61B4F21-F183-4EB9-A115-C145D928E06F}" type="presOf" srcId="{FF016709-81CA-4E70-A772-7D8E0D1B92AC}" destId="{8B224E82-0A5F-43AE-A252-BBD20B6FCB44}" srcOrd="0" destOrd="0" presId="urn:microsoft.com/office/officeart/2005/8/layout/hierarchy3"/>
    <dgm:cxn modelId="{C1879C2E-3519-4D09-83BC-E6D1003FDFBD}" type="presOf" srcId="{53CED2E1-0381-4F44-9E31-13DA43716B6B}" destId="{DF1F74CD-CA0F-4044-9E26-3885B6B3015F}" srcOrd="0" destOrd="0" presId="urn:microsoft.com/office/officeart/2005/8/layout/hierarchy3"/>
    <dgm:cxn modelId="{20305531-6EEA-45C9-A3E9-A1C5A41C800C}" type="presOf" srcId="{2A5B4943-FBB6-47CE-9216-663FD545751A}" destId="{2EB822E7-BB2B-4E26-BF60-033FB3152C6D}" srcOrd="0" destOrd="0" presId="urn:microsoft.com/office/officeart/2005/8/layout/hierarchy3"/>
    <dgm:cxn modelId="{0E25CC34-6C58-45C7-8AE5-76850EE6D26A}" srcId="{FF016709-81CA-4E70-A772-7D8E0D1B92AC}" destId="{2A5B4943-FBB6-47CE-9216-663FD545751A}" srcOrd="2" destOrd="0" parTransId="{F9C28359-24C6-4F43-BD31-D79652FB3FF1}" sibTransId="{A07C90A9-E406-4B6D-874E-A18BB648F3E7}"/>
    <dgm:cxn modelId="{DB5D5036-5264-4D19-85D7-DE2435657900}" srcId="{F12CDC48-ACB5-41F7-B01D-55067CAB5C7C}" destId="{E2BD3146-2385-45B7-A553-7F766F918254}" srcOrd="1" destOrd="0" parTransId="{234D31C2-919A-4ACE-A42F-4986743BC10D}" sibTransId="{54A0C9A0-2BA0-48FD-B666-28F93F57031F}"/>
    <dgm:cxn modelId="{F33FE63A-0693-4001-8D45-B8E3A70E5ADE}" type="presOf" srcId="{E2BD3146-2385-45B7-A553-7F766F918254}" destId="{12B0C288-270A-49CF-9023-BE056A2D2A0C}" srcOrd="0" destOrd="0" presId="urn:microsoft.com/office/officeart/2005/8/layout/hierarchy3"/>
    <dgm:cxn modelId="{2A1BF861-0CDF-4AF2-91B1-C8A97E4B1777}" srcId="{FF016709-81CA-4E70-A772-7D8E0D1B92AC}" destId="{D33311DF-7948-41B3-A6FE-DB97B516CE0D}" srcOrd="1" destOrd="0" parTransId="{D80F51C8-028E-41F1-AFE4-0FE9BF4D1AF0}" sibTransId="{BCCAFBE1-1DE4-42CD-BC68-D06FB9D8647A}"/>
    <dgm:cxn modelId="{0C7DEF4D-BF97-4821-A107-1801C8E8F6C4}" type="presOf" srcId="{8FAB5808-F178-47CE-A837-B4C775FA9BD4}" destId="{A43747B1-7231-4487-A9A2-7DA7629D7B99}" srcOrd="0" destOrd="0" presId="urn:microsoft.com/office/officeart/2005/8/layout/hierarchy3"/>
    <dgm:cxn modelId="{E0C97F50-597F-4C21-880F-53A553BAB95F}" srcId="{562BEC89-CACC-4FD6-9592-7528CD127C6C}" destId="{FF016709-81CA-4E70-A772-7D8E0D1B92AC}" srcOrd="0" destOrd="0" parTransId="{ED9F7E04-EAEF-4107-A191-355529104C09}" sibTransId="{27F01968-1A32-4F85-A494-DEE972BD48BA}"/>
    <dgm:cxn modelId="{6094BA77-6418-4BF8-A4A9-91C22F2B3652}" srcId="{F12CDC48-ACB5-41F7-B01D-55067CAB5C7C}" destId="{8FAB5808-F178-47CE-A837-B4C775FA9BD4}" srcOrd="0" destOrd="0" parTransId="{D3F46224-8096-4D58-8676-CB3F1BBD9A23}" sibTransId="{05F877B5-B80E-400F-98C7-68BB2F28D9D4}"/>
    <dgm:cxn modelId="{0E208179-3F1A-4735-9FFD-AE2530438A49}" type="presOf" srcId="{CEF948AB-5E1B-4817-A3BF-FC4A39CB1DB3}" destId="{57455954-CC2B-4F5B-A574-F80FA8C20209}" srcOrd="0" destOrd="0" presId="urn:microsoft.com/office/officeart/2005/8/layout/hierarchy3"/>
    <dgm:cxn modelId="{B859E27E-3AED-440E-8A99-87B384BB7611}" type="presOf" srcId="{F9C28359-24C6-4F43-BD31-D79652FB3FF1}" destId="{9A8C6250-7B4A-471E-8457-63295E5E704E}" srcOrd="0" destOrd="0" presId="urn:microsoft.com/office/officeart/2005/8/layout/hierarchy3"/>
    <dgm:cxn modelId="{DD515C80-D535-4AF7-B262-B3F23E195E7D}" type="presOf" srcId="{D80F51C8-028E-41F1-AFE4-0FE9BF4D1AF0}" destId="{18099EFB-85AA-4455-BAD7-939AA76DA272}" srcOrd="0" destOrd="0" presId="urn:microsoft.com/office/officeart/2005/8/layout/hierarchy3"/>
    <dgm:cxn modelId="{51331B87-4F1C-41AD-A296-484FB41B4CAA}" srcId="{FF016709-81CA-4E70-A772-7D8E0D1B92AC}" destId="{388814BB-ECCA-4D58-82AE-524C2BF44294}" srcOrd="0" destOrd="0" parTransId="{53CED2E1-0381-4F44-9E31-13DA43716B6B}" sibTransId="{ADDA433B-7A51-47F2-9C10-793C926CFB6C}"/>
    <dgm:cxn modelId="{9E031489-BAF9-41D4-AC5D-DC89EC61B691}" type="presOf" srcId="{D33311DF-7948-41B3-A6FE-DB97B516CE0D}" destId="{F7B867DE-B2D5-4AF8-A2EC-65F91D8C0FAB}" srcOrd="0" destOrd="0" presId="urn:microsoft.com/office/officeart/2005/8/layout/hierarchy3"/>
    <dgm:cxn modelId="{8D5B0E96-7B51-49A4-BE5A-ABA9209245E1}" srcId="{FF016709-81CA-4E70-A772-7D8E0D1B92AC}" destId="{E92B0C33-84F1-4283-B6EF-F172A346C610}" srcOrd="3" destOrd="0" parTransId="{CEF948AB-5E1B-4817-A3BF-FC4A39CB1DB3}" sibTransId="{E4FBBE4F-84D9-4A48-BF0C-9129ECABF1BA}"/>
    <dgm:cxn modelId="{46F1689A-756A-46FA-90FD-143F950B5582}" type="presOf" srcId="{D3F46224-8096-4D58-8676-CB3F1BBD9A23}" destId="{42F7D95A-34B2-4831-A1A8-BE16CD289FEA}" srcOrd="0" destOrd="0" presId="urn:microsoft.com/office/officeart/2005/8/layout/hierarchy3"/>
    <dgm:cxn modelId="{1E87299C-1F88-442B-8885-C4705342AE77}" type="presOf" srcId="{B4B89D23-B24B-4B14-9F48-F99FDD9411B8}" destId="{80592006-003A-4C04-9800-653E2EC24D22}" srcOrd="0" destOrd="0" presId="urn:microsoft.com/office/officeart/2005/8/layout/hierarchy3"/>
    <dgm:cxn modelId="{0E2BF0A4-A83E-4B0D-85FF-B90D0BFD7475}" type="presOf" srcId="{388814BB-ECCA-4D58-82AE-524C2BF44294}" destId="{B436A25B-0C6D-4A0E-85B4-FD0FA007BF6D}" srcOrd="0" destOrd="0" presId="urn:microsoft.com/office/officeart/2005/8/layout/hierarchy3"/>
    <dgm:cxn modelId="{D4B078AB-7F3F-4EEF-9040-49433D604FF4}" srcId="{562BEC89-CACC-4FD6-9592-7528CD127C6C}" destId="{F12CDC48-ACB5-41F7-B01D-55067CAB5C7C}" srcOrd="1" destOrd="0" parTransId="{4CD06E9D-5E86-4D7A-963C-EDB0853CA2D9}" sibTransId="{16BC17BC-B657-49BB-A9F0-2EFAA60C1D29}"/>
    <dgm:cxn modelId="{540BD4B7-AB5B-40D8-87F1-6793E18B6792}" type="presOf" srcId="{FF016709-81CA-4E70-A772-7D8E0D1B92AC}" destId="{F8B581BD-73D8-4F90-9FF1-4A204549B82D}" srcOrd="1" destOrd="0" presId="urn:microsoft.com/office/officeart/2005/8/layout/hierarchy3"/>
    <dgm:cxn modelId="{98333BBD-B47C-4DC5-A42F-6610B0A89455}" srcId="{F12CDC48-ACB5-41F7-B01D-55067CAB5C7C}" destId="{BD5F5541-FFEB-4E24-B6CA-307FA40DA1A1}" srcOrd="3" destOrd="0" parTransId="{7772F92A-0D81-4B30-8166-DAE7ED8846B1}" sibTransId="{49CD9C4F-DB71-4EE0-A6F4-53A330699B83}"/>
    <dgm:cxn modelId="{CC7CB8C5-57D1-41CD-969D-8B511C30035D}" type="presOf" srcId="{DC27B4F9-7170-48F5-9B61-9EEBFF1E2C27}" destId="{ACB08858-4ADA-4312-963E-0D8B538D78AD}" srcOrd="0" destOrd="0" presId="urn:microsoft.com/office/officeart/2005/8/layout/hierarchy3"/>
    <dgm:cxn modelId="{79E52DCC-5363-4C19-9C47-E341BBF80507}" type="presOf" srcId="{F12CDC48-ACB5-41F7-B01D-55067CAB5C7C}" destId="{B96E5967-9F0F-4C1B-98B0-31E15561D1CC}" srcOrd="1" destOrd="0" presId="urn:microsoft.com/office/officeart/2005/8/layout/hierarchy3"/>
    <dgm:cxn modelId="{0053FAD3-3682-4DA7-A3EF-18C53249385E}" type="presOf" srcId="{BD5F5541-FFEB-4E24-B6CA-307FA40DA1A1}" destId="{40AF74A8-7858-44B2-9816-1767860BFA19}" srcOrd="0" destOrd="0" presId="urn:microsoft.com/office/officeart/2005/8/layout/hierarchy3"/>
    <dgm:cxn modelId="{49EC9AFC-A4E8-433D-81CA-45A5067D2B77}" type="presOf" srcId="{E92B0C33-84F1-4283-B6EF-F172A346C610}" destId="{9AB2966B-9A02-457C-A91B-092E58D382FA}" srcOrd="0" destOrd="0" presId="urn:microsoft.com/office/officeart/2005/8/layout/hierarchy3"/>
    <dgm:cxn modelId="{D78571FF-D569-4F56-A59D-C9B41C1EC0E1}" type="presOf" srcId="{562BEC89-CACC-4FD6-9592-7528CD127C6C}" destId="{D2BA2A58-E1F5-4BE5-9157-8A521C07F025}" srcOrd="0" destOrd="0" presId="urn:microsoft.com/office/officeart/2005/8/layout/hierarchy3"/>
    <dgm:cxn modelId="{869D94BF-FF87-4C1A-BBE9-C8CC425A1511}" type="presParOf" srcId="{D2BA2A58-E1F5-4BE5-9157-8A521C07F025}" destId="{79E22EB6-F9F6-4C30-8ECE-DADCFA0D5A82}" srcOrd="0" destOrd="0" presId="urn:microsoft.com/office/officeart/2005/8/layout/hierarchy3"/>
    <dgm:cxn modelId="{AF04E865-FA7B-4C95-B3F0-B1A15FF1CC87}" type="presParOf" srcId="{79E22EB6-F9F6-4C30-8ECE-DADCFA0D5A82}" destId="{7E3A110E-1B3E-4AA2-A8D2-AF3E9F2FE7F5}" srcOrd="0" destOrd="0" presId="urn:microsoft.com/office/officeart/2005/8/layout/hierarchy3"/>
    <dgm:cxn modelId="{B2F4F9FE-EE3D-4D4E-9E2F-B9575DA6A4A4}" type="presParOf" srcId="{7E3A110E-1B3E-4AA2-A8D2-AF3E9F2FE7F5}" destId="{8B224E82-0A5F-43AE-A252-BBD20B6FCB44}" srcOrd="0" destOrd="0" presId="urn:microsoft.com/office/officeart/2005/8/layout/hierarchy3"/>
    <dgm:cxn modelId="{ABC234E2-6EE3-4959-AF99-57667503139D}" type="presParOf" srcId="{7E3A110E-1B3E-4AA2-A8D2-AF3E9F2FE7F5}" destId="{F8B581BD-73D8-4F90-9FF1-4A204549B82D}" srcOrd="1" destOrd="0" presId="urn:microsoft.com/office/officeart/2005/8/layout/hierarchy3"/>
    <dgm:cxn modelId="{146572F1-9081-474C-B26D-AD06F0D7CB71}" type="presParOf" srcId="{79E22EB6-F9F6-4C30-8ECE-DADCFA0D5A82}" destId="{7FFB2B2D-A559-4583-87D3-59E8C9B34D18}" srcOrd="1" destOrd="0" presId="urn:microsoft.com/office/officeart/2005/8/layout/hierarchy3"/>
    <dgm:cxn modelId="{45D412C0-9E93-41CE-BD91-98B4C3D9D3EE}" type="presParOf" srcId="{7FFB2B2D-A559-4583-87D3-59E8C9B34D18}" destId="{DF1F74CD-CA0F-4044-9E26-3885B6B3015F}" srcOrd="0" destOrd="0" presId="urn:microsoft.com/office/officeart/2005/8/layout/hierarchy3"/>
    <dgm:cxn modelId="{E51DD960-D272-420F-A9C5-A99AB0E38548}" type="presParOf" srcId="{7FFB2B2D-A559-4583-87D3-59E8C9B34D18}" destId="{B436A25B-0C6D-4A0E-85B4-FD0FA007BF6D}" srcOrd="1" destOrd="0" presId="urn:microsoft.com/office/officeart/2005/8/layout/hierarchy3"/>
    <dgm:cxn modelId="{01EAA9CF-C61E-4FF8-8556-2EEF6CE104F0}" type="presParOf" srcId="{7FFB2B2D-A559-4583-87D3-59E8C9B34D18}" destId="{18099EFB-85AA-4455-BAD7-939AA76DA272}" srcOrd="2" destOrd="0" presId="urn:microsoft.com/office/officeart/2005/8/layout/hierarchy3"/>
    <dgm:cxn modelId="{DD6FD3EC-A2F9-4C84-B434-3CC376E6835F}" type="presParOf" srcId="{7FFB2B2D-A559-4583-87D3-59E8C9B34D18}" destId="{F7B867DE-B2D5-4AF8-A2EC-65F91D8C0FAB}" srcOrd="3" destOrd="0" presId="urn:microsoft.com/office/officeart/2005/8/layout/hierarchy3"/>
    <dgm:cxn modelId="{D52650B1-C411-43BD-B408-F988695BE4FE}" type="presParOf" srcId="{7FFB2B2D-A559-4583-87D3-59E8C9B34D18}" destId="{9A8C6250-7B4A-471E-8457-63295E5E704E}" srcOrd="4" destOrd="0" presId="urn:microsoft.com/office/officeart/2005/8/layout/hierarchy3"/>
    <dgm:cxn modelId="{C0022FBE-BE84-4D22-864C-0942B91BADBF}" type="presParOf" srcId="{7FFB2B2D-A559-4583-87D3-59E8C9B34D18}" destId="{2EB822E7-BB2B-4E26-BF60-033FB3152C6D}" srcOrd="5" destOrd="0" presId="urn:microsoft.com/office/officeart/2005/8/layout/hierarchy3"/>
    <dgm:cxn modelId="{3BB777A8-15C8-4E45-8CA8-00E0B76B6C28}" type="presParOf" srcId="{7FFB2B2D-A559-4583-87D3-59E8C9B34D18}" destId="{57455954-CC2B-4F5B-A574-F80FA8C20209}" srcOrd="6" destOrd="0" presId="urn:microsoft.com/office/officeart/2005/8/layout/hierarchy3"/>
    <dgm:cxn modelId="{DAF9DC8D-F0C2-4D52-9493-A3C7D779DCF4}" type="presParOf" srcId="{7FFB2B2D-A559-4583-87D3-59E8C9B34D18}" destId="{9AB2966B-9A02-457C-A91B-092E58D382FA}" srcOrd="7" destOrd="0" presId="urn:microsoft.com/office/officeart/2005/8/layout/hierarchy3"/>
    <dgm:cxn modelId="{71813552-9070-4248-8FF2-4C427E88A8C6}" type="presParOf" srcId="{D2BA2A58-E1F5-4BE5-9157-8A521C07F025}" destId="{FA01B6C8-BB5D-40F7-A9E6-41F4F12A36DB}" srcOrd="1" destOrd="0" presId="urn:microsoft.com/office/officeart/2005/8/layout/hierarchy3"/>
    <dgm:cxn modelId="{1ADFE641-1C8F-4966-AF03-7848E9299160}" type="presParOf" srcId="{FA01B6C8-BB5D-40F7-A9E6-41F4F12A36DB}" destId="{6E88381D-B552-41C7-88B9-E89B6CD099D0}" srcOrd="0" destOrd="0" presId="urn:microsoft.com/office/officeart/2005/8/layout/hierarchy3"/>
    <dgm:cxn modelId="{7DF9C3D5-3794-42ED-8A92-EAFD5A37FAF0}" type="presParOf" srcId="{6E88381D-B552-41C7-88B9-E89B6CD099D0}" destId="{E78F4896-06EE-4CDB-9D8F-1CEDEED44A5D}" srcOrd="0" destOrd="0" presId="urn:microsoft.com/office/officeart/2005/8/layout/hierarchy3"/>
    <dgm:cxn modelId="{AE6259BE-62E6-40E8-882F-D29DC3D08EB2}" type="presParOf" srcId="{6E88381D-B552-41C7-88B9-E89B6CD099D0}" destId="{B96E5967-9F0F-4C1B-98B0-31E15561D1CC}" srcOrd="1" destOrd="0" presId="urn:microsoft.com/office/officeart/2005/8/layout/hierarchy3"/>
    <dgm:cxn modelId="{E0F46418-FDA5-419E-914C-E052A8E38E40}" type="presParOf" srcId="{FA01B6C8-BB5D-40F7-A9E6-41F4F12A36DB}" destId="{9819F47C-D484-47EC-9297-18D5521F02B3}" srcOrd="1" destOrd="0" presId="urn:microsoft.com/office/officeart/2005/8/layout/hierarchy3"/>
    <dgm:cxn modelId="{3C1B9ABE-8560-4A63-A22B-C8E077A853CA}" type="presParOf" srcId="{9819F47C-D484-47EC-9297-18D5521F02B3}" destId="{42F7D95A-34B2-4831-A1A8-BE16CD289FEA}" srcOrd="0" destOrd="0" presId="urn:microsoft.com/office/officeart/2005/8/layout/hierarchy3"/>
    <dgm:cxn modelId="{9239A065-D0A4-4820-918C-CCA12B4BC18D}" type="presParOf" srcId="{9819F47C-D484-47EC-9297-18D5521F02B3}" destId="{A43747B1-7231-4487-A9A2-7DA7629D7B99}" srcOrd="1" destOrd="0" presId="urn:microsoft.com/office/officeart/2005/8/layout/hierarchy3"/>
    <dgm:cxn modelId="{651234FB-6DD6-4C91-A784-E4BE8FCC3A3D}" type="presParOf" srcId="{9819F47C-D484-47EC-9297-18D5521F02B3}" destId="{802D6968-A134-4897-B870-24215267A436}" srcOrd="2" destOrd="0" presId="urn:microsoft.com/office/officeart/2005/8/layout/hierarchy3"/>
    <dgm:cxn modelId="{64778B2F-FBF7-4FD5-B69E-562B20BB714A}" type="presParOf" srcId="{9819F47C-D484-47EC-9297-18D5521F02B3}" destId="{12B0C288-270A-49CF-9023-BE056A2D2A0C}" srcOrd="3" destOrd="0" presId="urn:microsoft.com/office/officeart/2005/8/layout/hierarchy3"/>
    <dgm:cxn modelId="{F397B6B2-FAC4-469F-BBD8-482ECC58D4FA}" type="presParOf" srcId="{9819F47C-D484-47EC-9297-18D5521F02B3}" destId="{ACB08858-4ADA-4312-963E-0D8B538D78AD}" srcOrd="4" destOrd="0" presId="urn:microsoft.com/office/officeart/2005/8/layout/hierarchy3"/>
    <dgm:cxn modelId="{076DE59D-0B6E-4C52-AB27-1AA5929500B0}" type="presParOf" srcId="{9819F47C-D484-47EC-9297-18D5521F02B3}" destId="{80592006-003A-4C04-9800-653E2EC24D22}" srcOrd="5" destOrd="0" presId="urn:microsoft.com/office/officeart/2005/8/layout/hierarchy3"/>
    <dgm:cxn modelId="{E3F9D42A-C521-4115-B300-3A00BA154AE0}" type="presParOf" srcId="{9819F47C-D484-47EC-9297-18D5521F02B3}" destId="{4D90A4C1-BE75-45E4-99D5-B59B81C94364}" srcOrd="6" destOrd="0" presId="urn:microsoft.com/office/officeart/2005/8/layout/hierarchy3"/>
    <dgm:cxn modelId="{DAEAB193-884F-4FF8-B627-837E0967A5D3}" type="presParOf" srcId="{9819F47C-D484-47EC-9297-18D5521F02B3}" destId="{40AF74A8-7858-44B2-9816-1767860BFA19}"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CBEAAA-F6CC-47C2-9D64-5A6A3160FC0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RU"/>
        </a:p>
      </dgm:t>
    </dgm:pt>
    <dgm:pt modelId="{115BBD11-09E8-4D84-88BF-426202EB8F86}">
      <dgm:prSet/>
      <dgm:spPr/>
      <dgm:t>
        <a:bodyPr/>
        <a:lstStyle/>
        <a:p>
          <a:r>
            <a:rPr lang="ru-RU" b="1"/>
            <a:t>Гипотеза</a:t>
          </a:r>
          <a:r>
            <a:rPr lang="ru-RU"/>
            <a:t> – утверждение, догадка, предположение, предполагающее доказательство</a:t>
          </a:r>
        </a:p>
      </dgm:t>
    </dgm:pt>
    <dgm:pt modelId="{1140EAB1-1405-4CB4-86E4-5FD540A559B4}" type="parTrans" cxnId="{E2CAD40C-8B8C-4793-A268-A5842392F9ED}">
      <dgm:prSet/>
      <dgm:spPr/>
      <dgm:t>
        <a:bodyPr/>
        <a:lstStyle/>
        <a:p>
          <a:endParaRPr lang="ru-RU"/>
        </a:p>
      </dgm:t>
    </dgm:pt>
    <dgm:pt modelId="{F7E4CBFC-C9A3-45DB-92F6-638FC0CED668}" type="sibTrans" cxnId="{E2CAD40C-8B8C-4793-A268-A5842392F9ED}">
      <dgm:prSet/>
      <dgm:spPr/>
      <dgm:t>
        <a:bodyPr/>
        <a:lstStyle/>
        <a:p>
          <a:endParaRPr lang="ru-RU"/>
        </a:p>
      </dgm:t>
    </dgm:pt>
    <dgm:pt modelId="{CB455388-5923-4C4B-B0D6-9A9C58EA7CD5}">
      <dgm:prSet/>
      <dgm:spPr/>
      <dgm:t>
        <a:bodyPr/>
        <a:lstStyle/>
        <a:p>
          <a:r>
            <a:rPr lang="ru-RU" b="1" dirty="0"/>
            <a:t>Структурная гипотеза</a:t>
          </a:r>
          <a:r>
            <a:rPr lang="ru-RU" dirty="0"/>
            <a:t>: о структуре изучаемых объектов</a:t>
          </a:r>
        </a:p>
      </dgm:t>
    </dgm:pt>
    <dgm:pt modelId="{A280A63E-5224-4B0B-9E7D-7A87AFDBFCDD}" type="parTrans" cxnId="{C10C3DC1-E4FB-47BB-80FE-D15DBD117A71}">
      <dgm:prSet/>
      <dgm:spPr/>
      <dgm:t>
        <a:bodyPr/>
        <a:lstStyle/>
        <a:p>
          <a:endParaRPr lang="ru-RU"/>
        </a:p>
      </dgm:t>
    </dgm:pt>
    <dgm:pt modelId="{72675327-04CC-4F2F-A45A-8876564E6AAB}" type="sibTrans" cxnId="{C10C3DC1-E4FB-47BB-80FE-D15DBD117A71}">
      <dgm:prSet/>
      <dgm:spPr/>
      <dgm:t>
        <a:bodyPr/>
        <a:lstStyle/>
        <a:p>
          <a:endParaRPr lang="ru-RU"/>
        </a:p>
      </dgm:t>
    </dgm:pt>
    <dgm:pt modelId="{B16B5D84-59F8-44D4-83BF-19A92D7E9203}">
      <dgm:prSet/>
      <dgm:spPr/>
      <dgm:t>
        <a:bodyPr/>
        <a:lstStyle/>
        <a:p>
          <a:r>
            <a:rPr lang="ru-RU" dirty="0"/>
            <a:t>Пример. «Важные факторы выбора покупателя: цена, качество, внешний вид товара»</a:t>
          </a:r>
        </a:p>
      </dgm:t>
    </dgm:pt>
    <dgm:pt modelId="{B4026562-86AF-4459-9B1D-D6E8E75881E8}" type="parTrans" cxnId="{0C6C58A9-5588-4FAD-926B-8B7E981E80A6}">
      <dgm:prSet/>
      <dgm:spPr/>
      <dgm:t>
        <a:bodyPr/>
        <a:lstStyle/>
        <a:p>
          <a:endParaRPr lang="ru-RU"/>
        </a:p>
      </dgm:t>
    </dgm:pt>
    <dgm:pt modelId="{5EED4585-EB5C-4823-9540-41F02CDBCEF7}" type="sibTrans" cxnId="{0C6C58A9-5588-4FAD-926B-8B7E981E80A6}">
      <dgm:prSet/>
      <dgm:spPr/>
      <dgm:t>
        <a:bodyPr/>
        <a:lstStyle/>
        <a:p>
          <a:endParaRPr lang="ru-RU"/>
        </a:p>
      </dgm:t>
    </dgm:pt>
    <dgm:pt modelId="{CFBF95C7-C17D-48E4-9C46-D73F01791B89}">
      <dgm:prSet/>
      <dgm:spPr/>
      <dgm:t>
        <a:bodyPr/>
        <a:lstStyle/>
        <a:p>
          <a:r>
            <a:rPr lang="ru-RU" b="1" dirty="0"/>
            <a:t>Объяснительная гипотеза</a:t>
          </a:r>
          <a:r>
            <a:rPr lang="ru-RU" dirty="0"/>
            <a:t>: о причинно-следственных связях в изучаемых объектах</a:t>
          </a:r>
        </a:p>
      </dgm:t>
    </dgm:pt>
    <dgm:pt modelId="{E2618BBA-BF0A-4598-806B-B3D09AA99740}" type="parTrans" cxnId="{67DD1DDA-3D88-4CD1-8CEF-160A35370701}">
      <dgm:prSet/>
      <dgm:spPr/>
      <dgm:t>
        <a:bodyPr/>
        <a:lstStyle/>
        <a:p>
          <a:endParaRPr lang="ru-RU"/>
        </a:p>
      </dgm:t>
    </dgm:pt>
    <dgm:pt modelId="{9E5D4458-B4F4-4B11-89B8-A09FFECEF39C}" type="sibTrans" cxnId="{67DD1DDA-3D88-4CD1-8CEF-160A35370701}">
      <dgm:prSet/>
      <dgm:spPr/>
      <dgm:t>
        <a:bodyPr/>
        <a:lstStyle/>
        <a:p>
          <a:endParaRPr lang="ru-RU"/>
        </a:p>
      </dgm:t>
    </dgm:pt>
    <dgm:pt modelId="{331DA0FD-C866-402A-AAB3-E8BF97DC51BF}">
      <dgm:prSet/>
      <dgm:spPr/>
      <dgm:t>
        <a:bodyPr/>
        <a:lstStyle/>
        <a:p>
          <a:r>
            <a:rPr lang="ru-RU" dirty="0"/>
            <a:t>Пример. «Увеличение затрат на рекламу не повлияет на доходы фирмы»</a:t>
          </a:r>
        </a:p>
      </dgm:t>
    </dgm:pt>
    <dgm:pt modelId="{52FC8B50-7981-45B4-8C7D-5806DE56D9D8}" type="parTrans" cxnId="{E3859CDF-D84B-4679-82CF-67B8F7153951}">
      <dgm:prSet/>
      <dgm:spPr/>
      <dgm:t>
        <a:bodyPr/>
        <a:lstStyle/>
        <a:p>
          <a:endParaRPr lang="ru-RU"/>
        </a:p>
      </dgm:t>
    </dgm:pt>
    <dgm:pt modelId="{BFEFE5F3-D8D8-465D-AE9A-FB788E30BCC2}" type="sibTrans" cxnId="{E3859CDF-D84B-4679-82CF-67B8F7153951}">
      <dgm:prSet/>
      <dgm:spPr/>
      <dgm:t>
        <a:bodyPr/>
        <a:lstStyle/>
        <a:p>
          <a:endParaRPr lang="ru-RU"/>
        </a:p>
      </dgm:t>
    </dgm:pt>
    <dgm:pt modelId="{AA18C3FE-5E17-498A-BAC9-7CE762E7EE2F}">
      <dgm:prSet/>
      <dgm:spPr/>
      <dgm:t>
        <a:bodyPr/>
        <a:lstStyle/>
        <a:p>
          <a:r>
            <a:rPr lang="ru-RU" b="1" dirty="0"/>
            <a:t>Научная гипотеза</a:t>
          </a:r>
          <a:r>
            <a:rPr lang="ru-RU" dirty="0"/>
            <a:t> – гипотеза, удовлетворяющая научному методу, принципиально проверяема, логически не противоречива и не противоречит ранее установленным фактам, приложима к возможно более широкому кругу явлений.</a:t>
          </a:r>
        </a:p>
      </dgm:t>
    </dgm:pt>
    <dgm:pt modelId="{F5A0EB08-512F-4B69-94B3-8433FFCAC003}" type="parTrans" cxnId="{4077C895-6511-48A0-97C9-F16DE64E994A}">
      <dgm:prSet/>
      <dgm:spPr/>
      <dgm:t>
        <a:bodyPr/>
        <a:lstStyle/>
        <a:p>
          <a:endParaRPr lang="ru-RU"/>
        </a:p>
      </dgm:t>
    </dgm:pt>
    <dgm:pt modelId="{FE05C027-EA6F-4134-9BB9-2C1DC8EC31AC}" type="sibTrans" cxnId="{4077C895-6511-48A0-97C9-F16DE64E994A}">
      <dgm:prSet/>
      <dgm:spPr/>
      <dgm:t>
        <a:bodyPr/>
        <a:lstStyle/>
        <a:p>
          <a:endParaRPr lang="ru-RU"/>
        </a:p>
      </dgm:t>
    </dgm:pt>
    <dgm:pt modelId="{A2A1BF66-C587-4241-BDEF-A95B75D48FC0}" type="pres">
      <dgm:prSet presAssocID="{C3CBEAAA-F6CC-47C2-9D64-5A6A3160FC0A}" presName="linear" presStyleCnt="0">
        <dgm:presLayoutVars>
          <dgm:animLvl val="lvl"/>
          <dgm:resizeHandles val="exact"/>
        </dgm:presLayoutVars>
      </dgm:prSet>
      <dgm:spPr/>
    </dgm:pt>
    <dgm:pt modelId="{BC39A55D-C4F0-4972-B255-57D05B53161D}" type="pres">
      <dgm:prSet presAssocID="{115BBD11-09E8-4D84-88BF-426202EB8F86}" presName="parentText" presStyleLbl="node1" presStyleIdx="0" presStyleCnt="1">
        <dgm:presLayoutVars>
          <dgm:chMax val="0"/>
          <dgm:bulletEnabled val="1"/>
        </dgm:presLayoutVars>
      </dgm:prSet>
      <dgm:spPr/>
    </dgm:pt>
    <dgm:pt modelId="{29FBB640-7CF5-4CBE-A833-49C49E131D6E}" type="pres">
      <dgm:prSet presAssocID="{115BBD11-09E8-4D84-88BF-426202EB8F86}" presName="childText" presStyleLbl="revTx" presStyleIdx="0" presStyleCnt="1">
        <dgm:presLayoutVars>
          <dgm:bulletEnabled val="1"/>
        </dgm:presLayoutVars>
      </dgm:prSet>
      <dgm:spPr/>
    </dgm:pt>
  </dgm:ptLst>
  <dgm:cxnLst>
    <dgm:cxn modelId="{E2CAD40C-8B8C-4793-A268-A5842392F9ED}" srcId="{C3CBEAAA-F6CC-47C2-9D64-5A6A3160FC0A}" destId="{115BBD11-09E8-4D84-88BF-426202EB8F86}" srcOrd="0" destOrd="0" parTransId="{1140EAB1-1405-4CB4-86E4-5FD540A559B4}" sibTransId="{F7E4CBFC-C9A3-45DB-92F6-638FC0CED668}"/>
    <dgm:cxn modelId="{32B16226-0D10-4D59-A19D-E2E5FFF0D3EA}" type="presOf" srcId="{115BBD11-09E8-4D84-88BF-426202EB8F86}" destId="{BC39A55D-C4F0-4972-B255-57D05B53161D}" srcOrd="0" destOrd="0" presId="urn:microsoft.com/office/officeart/2005/8/layout/vList2"/>
    <dgm:cxn modelId="{96DD9227-E50A-49DA-B380-BE132B8AEE57}" type="presOf" srcId="{331DA0FD-C866-402A-AAB3-E8BF97DC51BF}" destId="{29FBB640-7CF5-4CBE-A833-49C49E131D6E}" srcOrd="0" destOrd="3" presId="urn:microsoft.com/office/officeart/2005/8/layout/vList2"/>
    <dgm:cxn modelId="{7DC32F49-2D1D-4A46-8CFF-76B4C8E75A8F}" type="presOf" srcId="{C3CBEAAA-F6CC-47C2-9D64-5A6A3160FC0A}" destId="{A2A1BF66-C587-4241-BDEF-A95B75D48FC0}" srcOrd="0" destOrd="0" presId="urn:microsoft.com/office/officeart/2005/8/layout/vList2"/>
    <dgm:cxn modelId="{0C0FC85A-575B-4A0A-95AE-D5EA5CFD9DBE}" type="presOf" srcId="{B16B5D84-59F8-44D4-83BF-19A92D7E9203}" destId="{29FBB640-7CF5-4CBE-A833-49C49E131D6E}" srcOrd="0" destOrd="1" presId="urn:microsoft.com/office/officeart/2005/8/layout/vList2"/>
    <dgm:cxn modelId="{4077C895-6511-48A0-97C9-F16DE64E994A}" srcId="{115BBD11-09E8-4D84-88BF-426202EB8F86}" destId="{AA18C3FE-5E17-498A-BAC9-7CE762E7EE2F}" srcOrd="2" destOrd="0" parTransId="{F5A0EB08-512F-4B69-94B3-8433FFCAC003}" sibTransId="{FE05C027-EA6F-4134-9BB9-2C1DC8EC31AC}"/>
    <dgm:cxn modelId="{050B219D-60DF-4D5F-A2C4-E0AFE8683ACE}" type="presOf" srcId="{CB455388-5923-4C4B-B0D6-9A9C58EA7CD5}" destId="{29FBB640-7CF5-4CBE-A833-49C49E131D6E}" srcOrd="0" destOrd="0" presId="urn:microsoft.com/office/officeart/2005/8/layout/vList2"/>
    <dgm:cxn modelId="{6C8EB7A7-015C-429B-ADD0-57FD0B89BF91}" type="presOf" srcId="{CFBF95C7-C17D-48E4-9C46-D73F01791B89}" destId="{29FBB640-7CF5-4CBE-A833-49C49E131D6E}" srcOrd="0" destOrd="2" presId="urn:microsoft.com/office/officeart/2005/8/layout/vList2"/>
    <dgm:cxn modelId="{0C6C58A9-5588-4FAD-926B-8B7E981E80A6}" srcId="{CB455388-5923-4C4B-B0D6-9A9C58EA7CD5}" destId="{B16B5D84-59F8-44D4-83BF-19A92D7E9203}" srcOrd="0" destOrd="0" parTransId="{B4026562-86AF-4459-9B1D-D6E8E75881E8}" sibTransId="{5EED4585-EB5C-4823-9540-41F02CDBCEF7}"/>
    <dgm:cxn modelId="{8101E6BC-F3F8-4E9F-8684-7769F43D45B3}" type="presOf" srcId="{AA18C3FE-5E17-498A-BAC9-7CE762E7EE2F}" destId="{29FBB640-7CF5-4CBE-A833-49C49E131D6E}" srcOrd="0" destOrd="4" presId="urn:microsoft.com/office/officeart/2005/8/layout/vList2"/>
    <dgm:cxn modelId="{C10C3DC1-E4FB-47BB-80FE-D15DBD117A71}" srcId="{115BBD11-09E8-4D84-88BF-426202EB8F86}" destId="{CB455388-5923-4C4B-B0D6-9A9C58EA7CD5}" srcOrd="0" destOrd="0" parTransId="{A280A63E-5224-4B0B-9E7D-7A87AFDBFCDD}" sibTransId="{72675327-04CC-4F2F-A45A-8876564E6AAB}"/>
    <dgm:cxn modelId="{67DD1DDA-3D88-4CD1-8CEF-160A35370701}" srcId="{115BBD11-09E8-4D84-88BF-426202EB8F86}" destId="{CFBF95C7-C17D-48E4-9C46-D73F01791B89}" srcOrd="1" destOrd="0" parTransId="{E2618BBA-BF0A-4598-806B-B3D09AA99740}" sibTransId="{9E5D4458-B4F4-4B11-89B8-A09FFECEF39C}"/>
    <dgm:cxn modelId="{E3859CDF-D84B-4679-82CF-67B8F7153951}" srcId="{CFBF95C7-C17D-48E4-9C46-D73F01791B89}" destId="{331DA0FD-C866-402A-AAB3-E8BF97DC51BF}" srcOrd="0" destOrd="0" parTransId="{52FC8B50-7981-45B4-8C7D-5806DE56D9D8}" sibTransId="{BFEFE5F3-D8D8-465D-AE9A-FB788E30BCC2}"/>
    <dgm:cxn modelId="{CBF64C07-C6F9-4833-A4D0-1267A1B855FB}" type="presParOf" srcId="{A2A1BF66-C587-4241-BDEF-A95B75D48FC0}" destId="{BC39A55D-C4F0-4972-B255-57D05B53161D}" srcOrd="0" destOrd="0" presId="urn:microsoft.com/office/officeart/2005/8/layout/vList2"/>
    <dgm:cxn modelId="{28ACEE15-0280-41AF-AF2E-35A188582D5D}" type="presParOf" srcId="{A2A1BF66-C587-4241-BDEF-A95B75D48FC0}" destId="{29FBB640-7CF5-4CBE-A833-49C49E131D6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9AA545-2F99-41C4-A628-EA8EDFE4CEB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ru-RU"/>
        </a:p>
      </dgm:t>
    </dgm:pt>
    <dgm:pt modelId="{411E4CF0-BC6A-47B5-A2DB-B5D15E52E603}">
      <dgm:prSet phldrT="[Текст]"/>
      <dgm:spPr/>
      <dgm:t>
        <a:bodyPr/>
        <a:lstStyle/>
        <a:p>
          <a:r>
            <a:rPr lang="ru-RU" b="1" dirty="0"/>
            <a:t>Источник</a:t>
          </a:r>
          <a:r>
            <a:rPr lang="ru-RU" b="1" baseline="0" dirty="0"/>
            <a:t> данных</a:t>
          </a:r>
          <a:endParaRPr lang="ru-RU" b="1" dirty="0"/>
        </a:p>
      </dgm:t>
    </dgm:pt>
    <dgm:pt modelId="{7DA0B67F-B7DE-4D83-BD36-1EC64868DAC1}" type="parTrans" cxnId="{AA40895D-629E-43E0-8F75-149AAAD73E71}">
      <dgm:prSet/>
      <dgm:spPr/>
      <dgm:t>
        <a:bodyPr/>
        <a:lstStyle/>
        <a:p>
          <a:endParaRPr lang="ru-RU"/>
        </a:p>
      </dgm:t>
    </dgm:pt>
    <dgm:pt modelId="{D6C9F2EA-1E14-4734-9166-2AF1EC1A5ABA}" type="sibTrans" cxnId="{AA40895D-629E-43E0-8F75-149AAAD73E71}">
      <dgm:prSet/>
      <dgm:spPr/>
      <dgm:t>
        <a:bodyPr/>
        <a:lstStyle/>
        <a:p>
          <a:endParaRPr lang="ru-RU"/>
        </a:p>
      </dgm:t>
    </dgm:pt>
    <dgm:pt modelId="{67E23A4A-1E28-445D-8EB0-2876D26BCD5E}">
      <dgm:prSet phldrT="[Текст]"/>
      <dgm:spPr/>
      <dgm:t>
        <a:bodyPr/>
        <a:lstStyle/>
        <a:p>
          <a:r>
            <a:rPr lang="ru-RU" b="1" dirty="0"/>
            <a:t>Загруженная выборка</a:t>
          </a:r>
        </a:p>
      </dgm:t>
    </dgm:pt>
    <dgm:pt modelId="{A57F55A1-0A38-4A64-8886-77F3694622B5}" type="parTrans" cxnId="{520EF2DD-1067-4B42-97C8-8062ADF5220C}">
      <dgm:prSet/>
      <dgm:spPr/>
      <dgm:t>
        <a:bodyPr/>
        <a:lstStyle/>
        <a:p>
          <a:endParaRPr lang="ru-RU"/>
        </a:p>
      </dgm:t>
    </dgm:pt>
    <dgm:pt modelId="{BACF861B-2EC1-4B45-B14E-72D40ED851CC}" type="sibTrans" cxnId="{520EF2DD-1067-4B42-97C8-8062ADF5220C}">
      <dgm:prSet/>
      <dgm:spPr/>
      <dgm:t>
        <a:bodyPr/>
        <a:lstStyle/>
        <a:p>
          <a:endParaRPr lang="ru-RU"/>
        </a:p>
      </dgm:t>
    </dgm:pt>
    <dgm:pt modelId="{3401F9A9-2059-4339-8CF3-575CE898610B}">
      <dgm:prSet phldrT="[Текст]"/>
      <dgm:spPr/>
      <dgm:t>
        <a:bodyPr/>
        <a:lstStyle/>
        <a:p>
          <a:r>
            <a:rPr lang="ru-RU" dirty="0"/>
            <a:t>Оценка качества</a:t>
          </a:r>
        </a:p>
      </dgm:t>
    </dgm:pt>
    <dgm:pt modelId="{AFD45DC4-5636-464B-89D8-53521D9C0677}" type="parTrans" cxnId="{1F56C52B-5F26-4754-9C91-D539463727A0}">
      <dgm:prSet/>
      <dgm:spPr/>
      <dgm:t>
        <a:bodyPr/>
        <a:lstStyle/>
        <a:p>
          <a:endParaRPr lang="ru-RU"/>
        </a:p>
      </dgm:t>
    </dgm:pt>
    <dgm:pt modelId="{2C50633A-54AC-4937-80E9-AC626CDD0C4D}" type="sibTrans" cxnId="{1F56C52B-5F26-4754-9C91-D539463727A0}">
      <dgm:prSet/>
      <dgm:spPr/>
      <dgm:t>
        <a:bodyPr/>
        <a:lstStyle/>
        <a:p>
          <a:endParaRPr lang="ru-RU"/>
        </a:p>
      </dgm:t>
    </dgm:pt>
    <dgm:pt modelId="{E1C4F265-F00E-469E-ABFD-9D66FC2B3DAF}">
      <dgm:prSet phldrT="[Текст]"/>
      <dgm:spPr/>
      <dgm:t>
        <a:bodyPr/>
        <a:lstStyle/>
        <a:p>
          <a:r>
            <a:rPr lang="ru-RU" b="1" dirty="0"/>
            <a:t>Результат предобработки</a:t>
          </a:r>
        </a:p>
      </dgm:t>
    </dgm:pt>
    <dgm:pt modelId="{C6039FAC-181A-44DB-AE48-07CC98BFF19E}" type="parTrans" cxnId="{8B496B1D-0A22-4362-BDE8-30AF31FD8272}">
      <dgm:prSet/>
      <dgm:spPr/>
      <dgm:t>
        <a:bodyPr/>
        <a:lstStyle/>
        <a:p>
          <a:endParaRPr lang="ru-RU"/>
        </a:p>
      </dgm:t>
    </dgm:pt>
    <dgm:pt modelId="{39B946FD-383C-443C-A117-2E2139736811}" type="sibTrans" cxnId="{8B496B1D-0A22-4362-BDE8-30AF31FD8272}">
      <dgm:prSet/>
      <dgm:spPr/>
      <dgm:t>
        <a:bodyPr/>
        <a:lstStyle/>
        <a:p>
          <a:endParaRPr lang="ru-RU"/>
        </a:p>
      </dgm:t>
    </dgm:pt>
    <dgm:pt modelId="{8C47A672-465A-4550-9C26-3103CCDE5276}">
      <dgm:prSet phldrT="[Текст]"/>
      <dgm:spPr/>
      <dgm:t>
        <a:bodyPr/>
        <a:lstStyle/>
        <a:p>
          <a:r>
            <a:rPr lang="ru-RU" dirty="0"/>
            <a:t>Исследование зависимостей</a:t>
          </a:r>
        </a:p>
      </dgm:t>
    </dgm:pt>
    <dgm:pt modelId="{39984C78-A42B-405E-AA8F-70F09D76EB96}" type="parTrans" cxnId="{A2109C39-5D5A-43FE-AF37-E8400EF1BE6F}">
      <dgm:prSet/>
      <dgm:spPr/>
      <dgm:t>
        <a:bodyPr/>
        <a:lstStyle/>
        <a:p>
          <a:endParaRPr lang="ru-RU"/>
        </a:p>
      </dgm:t>
    </dgm:pt>
    <dgm:pt modelId="{68BF632A-66A6-4DB6-865B-362FB034F48B}" type="sibTrans" cxnId="{A2109C39-5D5A-43FE-AF37-E8400EF1BE6F}">
      <dgm:prSet/>
      <dgm:spPr/>
      <dgm:t>
        <a:bodyPr/>
        <a:lstStyle/>
        <a:p>
          <a:endParaRPr lang="ru-RU"/>
        </a:p>
      </dgm:t>
    </dgm:pt>
    <dgm:pt modelId="{0191F346-30FE-4F10-BDAB-5E6E9D8FB232}">
      <dgm:prSet phldrT="[Текст]"/>
      <dgm:spPr/>
      <dgm:t>
        <a:bodyPr/>
        <a:lstStyle/>
        <a:p>
          <a:r>
            <a:rPr lang="ru-RU" dirty="0"/>
            <a:t>Проверка гипотез</a:t>
          </a:r>
        </a:p>
      </dgm:t>
    </dgm:pt>
    <dgm:pt modelId="{AEA30D19-ECDE-4A76-B371-85EF21F77045}" type="parTrans" cxnId="{3E231038-FD6A-4E7E-94D8-A256E9443430}">
      <dgm:prSet/>
      <dgm:spPr/>
      <dgm:t>
        <a:bodyPr/>
        <a:lstStyle/>
        <a:p>
          <a:endParaRPr lang="ru-RU"/>
        </a:p>
      </dgm:t>
    </dgm:pt>
    <dgm:pt modelId="{36CE22E8-313A-4470-A95D-0BE461DB7133}" type="sibTrans" cxnId="{3E231038-FD6A-4E7E-94D8-A256E9443430}">
      <dgm:prSet/>
      <dgm:spPr/>
      <dgm:t>
        <a:bodyPr/>
        <a:lstStyle/>
        <a:p>
          <a:endParaRPr lang="ru-RU"/>
        </a:p>
      </dgm:t>
    </dgm:pt>
    <dgm:pt modelId="{C5D87AD6-F325-4EC3-A9ED-6D2B45098621}">
      <dgm:prSet phldrT="[Текст]"/>
      <dgm:spPr/>
      <dgm:t>
        <a:bodyPr/>
        <a:lstStyle/>
        <a:p>
          <a:r>
            <a:rPr lang="ru-RU" dirty="0"/>
            <a:t>Идентификация</a:t>
          </a:r>
        </a:p>
      </dgm:t>
    </dgm:pt>
    <dgm:pt modelId="{1F701346-B728-4292-B38F-73337880A3EA}" type="parTrans" cxnId="{12A626D9-70C5-46F6-9F61-2055EE0114BA}">
      <dgm:prSet/>
      <dgm:spPr/>
      <dgm:t>
        <a:bodyPr/>
        <a:lstStyle/>
        <a:p>
          <a:endParaRPr lang="ru-RU"/>
        </a:p>
      </dgm:t>
    </dgm:pt>
    <dgm:pt modelId="{BE2AF2F8-9DA3-4881-AC46-ABE7C782D1D6}" type="sibTrans" cxnId="{12A626D9-70C5-46F6-9F61-2055EE0114BA}">
      <dgm:prSet/>
      <dgm:spPr/>
      <dgm:t>
        <a:bodyPr/>
        <a:lstStyle/>
        <a:p>
          <a:endParaRPr lang="ru-RU"/>
        </a:p>
      </dgm:t>
    </dgm:pt>
    <dgm:pt modelId="{C18E263B-FD3E-4D02-8769-EF2DC34910EA}">
      <dgm:prSet phldrT="[Текст]"/>
      <dgm:spPr/>
      <dgm:t>
        <a:bodyPr/>
        <a:lstStyle/>
        <a:p>
          <a:r>
            <a:rPr lang="ru-RU" dirty="0"/>
            <a:t>Схема данных</a:t>
          </a:r>
        </a:p>
      </dgm:t>
    </dgm:pt>
    <dgm:pt modelId="{7DD8309D-6EC4-46F4-ADE5-CBA6FFC695E8}" type="parTrans" cxnId="{F7426340-9183-4691-91F9-2F9ADCABC03A}">
      <dgm:prSet/>
      <dgm:spPr/>
      <dgm:t>
        <a:bodyPr/>
        <a:lstStyle/>
        <a:p>
          <a:endParaRPr lang="ru-RU"/>
        </a:p>
      </dgm:t>
    </dgm:pt>
    <dgm:pt modelId="{CD150631-1F47-443C-985A-61D62528C12C}" type="sibTrans" cxnId="{F7426340-9183-4691-91F9-2F9ADCABC03A}">
      <dgm:prSet/>
      <dgm:spPr/>
      <dgm:t>
        <a:bodyPr/>
        <a:lstStyle/>
        <a:p>
          <a:endParaRPr lang="ru-RU"/>
        </a:p>
      </dgm:t>
    </dgm:pt>
    <dgm:pt modelId="{6841ECB9-A1F1-4B57-94F1-F2DDCC598D39}">
      <dgm:prSet/>
      <dgm:spPr/>
      <dgm:t>
        <a:bodyPr/>
        <a:lstStyle/>
        <a:p>
          <a:r>
            <a:rPr lang="ru-RU" dirty="0"/>
            <a:t>Выдвижение гипотез</a:t>
          </a:r>
        </a:p>
      </dgm:t>
    </dgm:pt>
    <dgm:pt modelId="{12BC694A-18AB-4619-94E5-733A609B9F71}" type="parTrans" cxnId="{A43A9725-9B5A-41E2-9B04-B7C6EB5BAB7E}">
      <dgm:prSet/>
      <dgm:spPr/>
      <dgm:t>
        <a:bodyPr/>
        <a:lstStyle/>
        <a:p>
          <a:endParaRPr lang="ru-RU"/>
        </a:p>
      </dgm:t>
    </dgm:pt>
    <dgm:pt modelId="{42FA8122-A5D3-4AF4-9B16-1A60299DB826}" type="sibTrans" cxnId="{A43A9725-9B5A-41E2-9B04-B7C6EB5BAB7E}">
      <dgm:prSet/>
      <dgm:spPr/>
      <dgm:t>
        <a:bodyPr/>
        <a:lstStyle/>
        <a:p>
          <a:endParaRPr lang="ru-RU"/>
        </a:p>
      </dgm:t>
    </dgm:pt>
    <dgm:pt modelId="{AB3F323E-8D29-4ACF-ADDE-875BD2845A43}">
      <dgm:prSet phldrT="[Текст]"/>
      <dgm:spPr/>
      <dgm:t>
        <a:bodyPr/>
        <a:lstStyle/>
        <a:p>
          <a:r>
            <a:rPr lang="ru-RU" b="1" dirty="0"/>
            <a:t>Промежуточный результат</a:t>
          </a:r>
        </a:p>
      </dgm:t>
    </dgm:pt>
    <dgm:pt modelId="{CAAD0CEA-0AB8-418E-A493-1315822BFAAE}" type="parTrans" cxnId="{F7B54BC9-E36A-407F-A1CA-841C023D61F1}">
      <dgm:prSet/>
      <dgm:spPr/>
      <dgm:t>
        <a:bodyPr/>
        <a:lstStyle/>
        <a:p>
          <a:endParaRPr lang="ru-RU"/>
        </a:p>
      </dgm:t>
    </dgm:pt>
    <dgm:pt modelId="{F5B4D38C-A0DD-4409-A78B-1A77FA09B6EE}" type="sibTrans" cxnId="{F7B54BC9-E36A-407F-A1CA-841C023D61F1}">
      <dgm:prSet/>
      <dgm:spPr/>
      <dgm:t>
        <a:bodyPr/>
        <a:lstStyle/>
        <a:p>
          <a:endParaRPr lang="ru-RU"/>
        </a:p>
      </dgm:t>
    </dgm:pt>
    <dgm:pt modelId="{FAFEF878-AFE7-43B9-BC05-A648036ECDD2}">
      <dgm:prSet phldrT="[Текст]"/>
      <dgm:spPr/>
      <dgm:t>
        <a:bodyPr/>
        <a:lstStyle/>
        <a:p>
          <a:r>
            <a:rPr lang="ru-RU" dirty="0"/>
            <a:t>Качество работы моделей</a:t>
          </a:r>
        </a:p>
      </dgm:t>
    </dgm:pt>
    <dgm:pt modelId="{F722F1A8-B21E-43C1-81F9-D0B83DD6C111}" type="parTrans" cxnId="{67874D1D-BACB-4553-AD11-38D716D900B2}">
      <dgm:prSet/>
      <dgm:spPr/>
      <dgm:t>
        <a:bodyPr/>
        <a:lstStyle/>
        <a:p>
          <a:endParaRPr lang="ru-RU"/>
        </a:p>
      </dgm:t>
    </dgm:pt>
    <dgm:pt modelId="{27F8F705-9CDA-44BE-B554-8E44DBA0B7E7}" type="sibTrans" cxnId="{67874D1D-BACB-4553-AD11-38D716D900B2}">
      <dgm:prSet/>
      <dgm:spPr/>
      <dgm:t>
        <a:bodyPr/>
        <a:lstStyle/>
        <a:p>
          <a:endParaRPr lang="ru-RU"/>
        </a:p>
      </dgm:t>
    </dgm:pt>
    <dgm:pt modelId="{039644B8-3C28-4F13-BB38-D18BBB303FC2}">
      <dgm:prSet phldrT="[Текст]"/>
      <dgm:spPr/>
      <dgm:t>
        <a:bodyPr/>
        <a:lstStyle/>
        <a:p>
          <a:r>
            <a:rPr lang="ru-RU" dirty="0"/>
            <a:t>Корректность результатов</a:t>
          </a:r>
        </a:p>
      </dgm:t>
    </dgm:pt>
    <dgm:pt modelId="{AD8665BE-FFB3-4F9C-B23E-1B38671D5240}" type="parTrans" cxnId="{CC17A162-5019-4614-B685-438D37CB6C0F}">
      <dgm:prSet/>
      <dgm:spPr/>
      <dgm:t>
        <a:bodyPr/>
        <a:lstStyle/>
        <a:p>
          <a:endParaRPr lang="ru-RU"/>
        </a:p>
      </dgm:t>
    </dgm:pt>
    <dgm:pt modelId="{A02200B4-44E5-4485-931D-42E25AFA7B53}" type="sibTrans" cxnId="{CC17A162-5019-4614-B685-438D37CB6C0F}">
      <dgm:prSet/>
      <dgm:spPr/>
      <dgm:t>
        <a:bodyPr/>
        <a:lstStyle/>
        <a:p>
          <a:endParaRPr lang="ru-RU"/>
        </a:p>
      </dgm:t>
    </dgm:pt>
    <dgm:pt modelId="{0A4B955A-85F3-424C-94E2-F78A63032608}">
      <dgm:prSet phldrT="[Текст]"/>
      <dgm:spPr/>
      <dgm:t>
        <a:bodyPr/>
        <a:lstStyle/>
        <a:p>
          <a:r>
            <a:rPr lang="ru-RU" b="1" dirty="0"/>
            <a:t>Результат анализа</a:t>
          </a:r>
        </a:p>
      </dgm:t>
    </dgm:pt>
    <dgm:pt modelId="{2FF566C3-C191-439F-AE46-7AA94218A661}" type="parTrans" cxnId="{F2078005-BCC1-4DE1-9BBA-420CE4C6252F}">
      <dgm:prSet/>
      <dgm:spPr/>
      <dgm:t>
        <a:bodyPr/>
        <a:lstStyle/>
        <a:p>
          <a:endParaRPr lang="ru-RU"/>
        </a:p>
      </dgm:t>
    </dgm:pt>
    <dgm:pt modelId="{2A12B9AF-3C7E-4B86-AA6C-B706177BB2F9}" type="sibTrans" cxnId="{F2078005-BCC1-4DE1-9BBA-420CE4C6252F}">
      <dgm:prSet/>
      <dgm:spPr/>
      <dgm:t>
        <a:bodyPr/>
        <a:lstStyle/>
        <a:p>
          <a:endParaRPr lang="ru-RU"/>
        </a:p>
      </dgm:t>
    </dgm:pt>
    <dgm:pt modelId="{46AA0DFE-98DE-4E00-AC86-86E5269EA5AA}">
      <dgm:prSet phldrT="[Текст]"/>
      <dgm:spPr/>
      <dgm:t>
        <a:bodyPr/>
        <a:lstStyle/>
        <a:p>
          <a:r>
            <a:rPr lang="ru-RU" dirty="0"/>
            <a:t>Интерпретация результатов</a:t>
          </a:r>
        </a:p>
      </dgm:t>
    </dgm:pt>
    <dgm:pt modelId="{268E1022-B294-4425-BADE-0C5018D1DF60}" type="parTrans" cxnId="{5725ABE1-BE25-4562-B9A3-79C6ADB684E7}">
      <dgm:prSet/>
      <dgm:spPr/>
      <dgm:t>
        <a:bodyPr/>
        <a:lstStyle/>
        <a:p>
          <a:endParaRPr lang="ru-RU"/>
        </a:p>
      </dgm:t>
    </dgm:pt>
    <dgm:pt modelId="{C56E3D67-6BDA-45D9-A313-9C26EF16FBA8}" type="sibTrans" cxnId="{5725ABE1-BE25-4562-B9A3-79C6ADB684E7}">
      <dgm:prSet/>
      <dgm:spPr/>
      <dgm:t>
        <a:bodyPr/>
        <a:lstStyle/>
        <a:p>
          <a:endParaRPr lang="ru-RU"/>
        </a:p>
      </dgm:t>
    </dgm:pt>
    <dgm:pt modelId="{BFA4126A-D33F-46D7-A188-E488E85DFF54}">
      <dgm:prSet phldrT="[Текст]"/>
      <dgm:spPr/>
      <dgm:t>
        <a:bodyPr/>
        <a:lstStyle/>
        <a:p>
          <a:r>
            <a:rPr lang="ru-RU" dirty="0"/>
            <a:t>Оценка достоверности</a:t>
          </a:r>
        </a:p>
      </dgm:t>
    </dgm:pt>
    <dgm:pt modelId="{32C634E1-96D0-4CF9-87C6-F704EF7FB490}" type="parTrans" cxnId="{6AC87962-B181-4EAD-943F-384AB5077A34}">
      <dgm:prSet/>
      <dgm:spPr/>
      <dgm:t>
        <a:bodyPr/>
        <a:lstStyle/>
        <a:p>
          <a:endParaRPr lang="ru-RU"/>
        </a:p>
      </dgm:t>
    </dgm:pt>
    <dgm:pt modelId="{05F4DE29-C8F4-4521-B842-6CB14E24CC80}" type="sibTrans" cxnId="{6AC87962-B181-4EAD-943F-384AB5077A34}">
      <dgm:prSet/>
      <dgm:spPr/>
      <dgm:t>
        <a:bodyPr/>
        <a:lstStyle/>
        <a:p>
          <a:endParaRPr lang="ru-RU"/>
        </a:p>
      </dgm:t>
    </dgm:pt>
    <dgm:pt modelId="{2938C7C2-EDD9-456D-95A3-1EADCF9EDB68}" type="pres">
      <dgm:prSet presAssocID="{0A9AA545-2F99-41C4-A628-EA8EDFE4CEBC}" presName="Name0" presStyleCnt="0">
        <dgm:presLayoutVars>
          <dgm:dir/>
          <dgm:animLvl val="lvl"/>
          <dgm:resizeHandles val="exact"/>
        </dgm:presLayoutVars>
      </dgm:prSet>
      <dgm:spPr/>
    </dgm:pt>
    <dgm:pt modelId="{6309E7D0-EFB0-4FD5-99FA-832E440E374B}" type="pres">
      <dgm:prSet presAssocID="{411E4CF0-BC6A-47B5-A2DB-B5D15E52E603}" presName="composite" presStyleCnt="0"/>
      <dgm:spPr/>
    </dgm:pt>
    <dgm:pt modelId="{26864219-2C93-4B81-956F-29BC214F11A2}" type="pres">
      <dgm:prSet presAssocID="{411E4CF0-BC6A-47B5-A2DB-B5D15E52E603}" presName="parTx" presStyleLbl="alignNode1" presStyleIdx="0" presStyleCnt="5">
        <dgm:presLayoutVars>
          <dgm:chMax val="0"/>
          <dgm:chPref val="0"/>
          <dgm:bulletEnabled val="1"/>
        </dgm:presLayoutVars>
      </dgm:prSet>
      <dgm:spPr/>
    </dgm:pt>
    <dgm:pt modelId="{04D63E3C-ADB0-4E52-A944-DC74ECB08AC5}" type="pres">
      <dgm:prSet presAssocID="{411E4CF0-BC6A-47B5-A2DB-B5D15E52E603}" presName="desTx" presStyleLbl="alignAccFollowNode1" presStyleIdx="0" presStyleCnt="5">
        <dgm:presLayoutVars>
          <dgm:bulletEnabled val="1"/>
        </dgm:presLayoutVars>
      </dgm:prSet>
      <dgm:spPr/>
    </dgm:pt>
    <dgm:pt modelId="{0CF62F0F-C5F3-4D94-A357-4B26B2B68DE6}" type="pres">
      <dgm:prSet presAssocID="{D6C9F2EA-1E14-4734-9166-2AF1EC1A5ABA}" presName="space" presStyleCnt="0"/>
      <dgm:spPr/>
    </dgm:pt>
    <dgm:pt modelId="{7AC4411F-AE6B-427C-9D21-6EFD14EEC0A6}" type="pres">
      <dgm:prSet presAssocID="{67E23A4A-1E28-445D-8EB0-2876D26BCD5E}" presName="composite" presStyleCnt="0"/>
      <dgm:spPr/>
    </dgm:pt>
    <dgm:pt modelId="{41136114-CD7A-460D-9DB2-CC995D140C45}" type="pres">
      <dgm:prSet presAssocID="{67E23A4A-1E28-445D-8EB0-2876D26BCD5E}" presName="parTx" presStyleLbl="alignNode1" presStyleIdx="1" presStyleCnt="5">
        <dgm:presLayoutVars>
          <dgm:chMax val="0"/>
          <dgm:chPref val="0"/>
          <dgm:bulletEnabled val="1"/>
        </dgm:presLayoutVars>
      </dgm:prSet>
      <dgm:spPr/>
    </dgm:pt>
    <dgm:pt modelId="{6FAF6BF0-558A-484E-90CB-8FD44C8C8B5D}" type="pres">
      <dgm:prSet presAssocID="{67E23A4A-1E28-445D-8EB0-2876D26BCD5E}" presName="desTx" presStyleLbl="alignAccFollowNode1" presStyleIdx="1" presStyleCnt="5">
        <dgm:presLayoutVars>
          <dgm:bulletEnabled val="1"/>
        </dgm:presLayoutVars>
      </dgm:prSet>
      <dgm:spPr/>
    </dgm:pt>
    <dgm:pt modelId="{F133DB6B-2BAB-43F7-9993-D6841734AEE2}" type="pres">
      <dgm:prSet presAssocID="{BACF861B-2EC1-4B45-B14E-72D40ED851CC}" presName="space" presStyleCnt="0"/>
      <dgm:spPr/>
    </dgm:pt>
    <dgm:pt modelId="{0B2FBA72-E98A-495E-A488-B78791E7C860}" type="pres">
      <dgm:prSet presAssocID="{E1C4F265-F00E-469E-ABFD-9D66FC2B3DAF}" presName="composite" presStyleCnt="0"/>
      <dgm:spPr/>
    </dgm:pt>
    <dgm:pt modelId="{E1BCAC48-8879-476A-B449-930A29FB0C12}" type="pres">
      <dgm:prSet presAssocID="{E1C4F265-F00E-469E-ABFD-9D66FC2B3DAF}" presName="parTx" presStyleLbl="alignNode1" presStyleIdx="2" presStyleCnt="5">
        <dgm:presLayoutVars>
          <dgm:chMax val="0"/>
          <dgm:chPref val="0"/>
          <dgm:bulletEnabled val="1"/>
        </dgm:presLayoutVars>
      </dgm:prSet>
      <dgm:spPr/>
    </dgm:pt>
    <dgm:pt modelId="{29784705-860D-474B-8A12-842F021C54B0}" type="pres">
      <dgm:prSet presAssocID="{E1C4F265-F00E-469E-ABFD-9D66FC2B3DAF}" presName="desTx" presStyleLbl="alignAccFollowNode1" presStyleIdx="2" presStyleCnt="5">
        <dgm:presLayoutVars>
          <dgm:bulletEnabled val="1"/>
        </dgm:presLayoutVars>
      </dgm:prSet>
      <dgm:spPr/>
    </dgm:pt>
    <dgm:pt modelId="{21A98F37-1B1D-4A16-B65A-377096452314}" type="pres">
      <dgm:prSet presAssocID="{39B946FD-383C-443C-A117-2E2139736811}" presName="space" presStyleCnt="0"/>
      <dgm:spPr/>
    </dgm:pt>
    <dgm:pt modelId="{1C6F04E4-B9A8-431A-8090-7C15A62BFFAD}" type="pres">
      <dgm:prSet presAssocID="{AB3F323E-8D29-4ACF-ADDE-875BD2845A43}" presName="composite" presStyleCnt="0"/>
      <dgm:spPr/>
    </dgm:pt>
    <dgm:pt modelId="{33FE8386-7A39-4481-A2C2-DC4313B39F8E}" type="pres">
      <dgm:prSet presAssocID="{AB3F323E-8D29-4ACF-ADDE-875BD2845A43}" presName="parTx" presStyleLbl="alignNode1" presStyleIdx="3" presStyleCnt="5">
        <dgm:presLayoutVars>
          <dgm:chMax val="0"/>
          <dgm:chPref val="0"/>
          <dgm:bulletEnabled val="1"/>
        </dgm:presLayoutVars>
      </dgm:prSet>
      <dgm:spPr/>
    </dgm:pt>
    <dgm:pt modelId="{2788B3EB-A820-4454-B40D-7B2FB88EAEE9}" type="pres">
      <dgm:prSet presAssocID="{AB3F323E-8D29-4ACF-ADDE-875BD2845A43}" presName="desTx" presStyleLbl="alignAccFollowNode1" presStyleIdx="3" presStyleCnt="5">
        <dgm:presLayoutVars>
          <dgm:bulletEnabled val="1"/>
        </dgm:presLayoutVars>
      </dgm:prSet>
      <dgm:spPr/>
    </dgm:pt>
    <dgm:pt modelId="{D1F10319-E4E8-42E7-A9B7-54D3CCEBF1DB}" type="pres">
      <dgm:prSet presAssocID="{F5B4D38C-A0DD-4409-A78B-1A77FA09B6EE}" presName="space" presStyleCnt="0"/>
      <dgm:spPr/>
    </dgm:pt>
    <dgm:pt modelId="{C4F4A867-5585-420B-A45A-BC2C79C05C49}" type="pres">
      <dgm:prSet presAssocID="{0A4B955A-85F3-424C-94E2-F78A63032608}" presName="composite" presStyleCnt="0"/>
      <dgm:spPr/>
    </dgm:pt>
    <dgm:pt modelId="{2A8D0A51-6659-4A9A-9ED8-099712A586B2}" type="pres">
      <dgm:prSet presAssocID="{0A4B955A-85F3-424C-94E2-F78A63032608}" presName="parTx" presStyleLbl="alignNode1" presStyleIdx="4" presStyleCnt="5">
        <dgm:presLayoutVars>
          <dgm:chMax val="0"/>
          <dgm:chPref val="0"/>
          <dgm:bulletEnabled val="1"/>
        </dgm:presLayoutVars>
      </dgm:prSet>
      <dgm:spPr/>
    </dgm:pt>
    <dgm:pt modelId="{465B26C8-5E7D-471F-8D19-DE0B2FDC959D}" type="pres">
      <dgm:prSet presAssocID="{0A4B955A-85F3-424C-94E2-F78A63032608}" presName="desTx" presStyleLbl="alignAccFollowNode1" presStyleIdx="4" presStyleCnt="5">
        <dgm:presLayoutVars>
          <dgm:bulletEnabled val="1"/>
        </dgm:presLayoutVars>
      </dgm:prSet>
      <dgm:spPr/>
    </dgm:pt>
  </dgm:ptLst>
  <dgm:cxnLst>
    <dgm:cxn modelId="{F2078005-BCC1-4DE1-9BBA-420CE4C6252F}" srcId="{0A9AA545-2F99-41C4-A628-EA8EDFE4CEBC}" destId="{0A4B955A-85F3-424C-94E2-F78A63032608}" srcOrd="4" destOrd="0" parTransId="{2FF566C3-C191-439F-AE46-7AA94218A661}" sibTransId="{2A12B9AF-3C7E-4B86-AA6C-B706177BB2F9}"/>
    <dgm:cxn modelId="{81ED4B0E-6421-4EFC-86DA-9F81F2CEF63F}" type="presOf" srcId="{C5D87AD6-F325-4EC3-A9ED-6D2B45098621}" destId="{04D63E3C-ADB0-4E52-A944-DC74ECB08AC5}" srcOrd="0" destOrd="0" presId="urn:microsoft.com/office/officeart/2005/8/layout/hList1"/>
    <dgm:cxn modelId="{8C34F817-318C-46AE-80BC-11744B992C0E}" type="presOf" srcId="{0A4B955A-85F3-424C-94E2-F78A63032608}" destId="{2A8D0A51-6659-4A9A-9ED8-099712A586B2}" srcOrd="0" destOrd="0" presId="urn:microsoft.com/office/officeart/2005/8/layout/hList1"/>
    <dgm:cxn modelId="{8B496B1D-0A22-4362-BDE8-30AF31FD8272}" srcId="{0A9AA545-2F99-41C4-A628-EA8EDFE4CEBC}" destId="{E1C4F265-F00E-469E-ABFD-9D66FC2B3DAF}" srcOrd="2" destOrd="0" parTransId="{C6039FAC-181A-44DB-AE48-07CC98BFF19E}" sibTransId="{39B946FD-383C-443C-A117-2E2139736811}"/>
    <dgm:cxn modelId="{67874D1D-BACB-4553-AD11-38D716D900B2}" srcId="{AB3F323E-8D29-4ACF-ADDE-875BD2845A43}" destId="{FAFEF878-AFE7-43B9-BC05-A648036ECDD2}" srcOrd="0" destOrd="0" parTransId="{F722F1A8-B21E-43C1-81F9-D0B83DD6C111}" sibTransId="{27F8F705-9CDA-44BE-B554-8E44DBA0B7E7}"/>
    <dgm:cxn modelId="{A43A9725-9B5A-41E2-9B04-B7C6EB5BAB7E}" srcId="{67E23A4A-1E28-445D-8EB0-2876D26BCD5E}" destId="{6841ECB9-A1F1-4B57-94F1-F2DDCC598D39}" srcOrd="1" destOrd="0" parTransId="{12BC694A-18AB-4619-94E5-733A609B9F71}" sibTransId="{42FA8122-A5D3-4AF4-9B16-1A60299DB826}"/>
    <dgm:cxn modelId="{928D2928-0256-4672-9278-2F71E0C9C3A3}" type="presOf" srcId="{039644B8-3C28-4F13-BB38-D18BBB303FC2}" destId="{2788B3EB-A820-4454-B40D-7B2FB88EAEE9}" srcOrd="0" destOrd="1" presId="urn:microsoft.com/office/officeart/2005/8/layout/hList1"/>
    <dgm:cxn modelId="{1F56C52B-5F26-4754-9C91-D539463727A0}" srcId="{67E23A4A-1E28-445D-8EB0-2876D26BCD5E}" destId="{3401F9A9-2059-4339-8CF3-575CE898610B}" srcOrd="0" destOrd="0" parTransId="{AFD45DC4-5636-464B-89D8-53521D9C0677}" sibTransId="{2C50633A-54AC-4937-80E9-AC626CDD0C4D}"/>
    <dgm:cxn modelId="{3E231038-FD6A-4E7E-94D8-A256E9443430}" srcId="{E1C4F265-F00E-469E-ABFD-9D66FC2B3DAF}" destId="{0191F346-30FE-4F10-BDAB-5E6E9D8FB232}" srcOrd="1" destOrd="0" parTransId="{AEA30D19-ECDE-4A76-B371-85EF21F77045}" sibTransId="{36CE22E8-313A-4470-A95D-0BE461DB7133}"/>
    <dgm:cxn modelId="{A2109C39-5D5A-43FE-AF37-E8400EF1BE6F}" srcId="{E1C4F265-F00E-469E-ABFD-9D66FC2B3DAF}" destId="{8C47A672-465A-4550-9C26-3103CCDE5276}" srcOrd="0" destOrd="0" parTransId="{39984C78-A42B-405E-AA8F-70F09D76EB96}" sibTransId="{68BF632A-66A6-4DB6-865B-362FB034F48B}"/>
    <dgm:cxn modelId="{F7426340-9183-4691-91F9-2F9ADCABC03A}" srcId="{411E4CF0-BC6A-47B5-A2DB-B5D15E52E603}" destId="{C18E263B-FD3E-4D02-8769-EF2DC34910EA}" srcOrd="1" destOrd="0" parTransId="{7DD8309D-6EC4-46F4-ADE5-CBA6FFC695E8}" sibTransId="{CD150631-1F47-443C-985A-61D62528C12C}"/>
    <dgm:cxn modelId="{AA40895D-629E-43E0-8F75-149AAAD73E71}" srcId="{0A9AA545-2F99-41C4-A628-EA8EDFE4CEBC}" destId="{411E4CF0-BC6A-47B5-A2DB-B5D15E52E603}" srcOrd="0" destOrd="0" parTransId="{7DA0B67F-B7DE-4D83-BD36-1EC64868DAC1}" sibTransId="{D6C9F2EA-1E14-4734-9166-2AF1EC1A5ABA}"/>
    <dgm:cxn modelId="{6AC87962-B181-4EAD-943F-384AB5077A34}" srcId="{0A4B955A-85F3-424C-94E2-F78A63032608}" destId="{BFA4126A-D33F-46D7-A188-E488E85DFF54}" srcOrd="1" destOrd="0" parTransId="{32C634E1-96D0-4CF9-87C6-F704EF7FB490}" sibTransId="{05F4DE29-C8F4-4521-B842-6CB14E24CC80}"/>
    <dgm:cxn modelId="{CC17A162-5019-4614-B685-438D37CB6C0F}" srcId="{AB3F323E-8D29-4ACF-ADDE-875BD2845A43}" destId="{039644B8-3C28-4F13-BB38-D18BBB303FC2}" srcOrd="1" destOrd="0" parTransId="{AD8665BE-FFB3-4F9C-B23E-1B38671D5240}" sibTransId="{A02200B4-44E5-4485-931D-42E25AFA7B53}"/>
    <dgm:cxn modelId="{FFFA6D6A-371C-4A72-B7B8-02B66B3219D2}" type="presOf" srcId="{8C47A672-465A-4550-9C26-3103CCDE5276}" destId="{29784705-860D-474B-8A12-842F021C54B0}" srcOrd="0" destOrd="0" presId="urn:microsoft.com/office/officeart/2005/8/layout/hList1"/>
    <dgm:cxn modelId="{C1BAFB6B-BC94-433D-80A9-48076BCB51A5}" type="presOf" srcId="{FAFEF878-AFE7-43B9-BC05-A648036ECDD2}" destId="{2788B3EB-A820-4454-B40D-7B2FB88EAEE9}" srcOrd="0" destOrd="0" presId="urn:microsoft.com/office/officeart/2005/8/layout/hList1"/>
    <dgm:cxn modelId="{821CCA4D-7AB9-44A2-A767-749BD1091CBC}" type="presOf" srcId="{67E23A4A-1E28-445D-8EB0-2876D26BCD5E}" destId="{41136114-CD7A-460D-9DB2-CC995D140C45}" srcOrd="0" destOrd="0" presId="urn:microsoft.com/office/officeart/2005/8/layout/hList1"/>
    <dgm:cxn modelId="{50C7F86F-C371-45BA-A716-E137CFD4B8C5}" type="presOf" srcId="{3401F9A9-2059-4339-8CF3-575CE898610B}" destId="{6FAF6BF0-558A-484E-90CB-8FD44C8C8B5D}" srcOrd="0" destOrd="0" presId="urn:microsoft.com/office/officeart/2005/8/layout/hList1"/>
    <dgm:cxn modelId="{204C4589-76D2-4A50-A8AC-30A0B400AABC}" type="presOf" srcId="{C18E263B-FD3E-4D02-8769-EF2DC34910EA}" destId="{04D63E3C-ADB0-4E52-A944-DC74ECB08AC5}" srcOrd="0" destOrd="1" presId="urn:microsoft.com/office/officeart/2005/8/layout/hList1"/>
    <dgm:cxn modelId="{7049D68B-A7DB-4CDB-8944-2DE00810B4DF}" type="presOf" srcId="{E1C4F265-F00E-469E-ABFD-9D66FC2B3DAF}" destId="{E1BCAC48-8879-476A-B449-930A29FB0C12}" srcOrd="0" destOrd="0" presId="urn:microsoft.com/office/officeart/2005/8/layout/hList1"/>
    <dgm:cxn modelId="{5574F090-8C0D-4034-8DF0-4122C1E285DD}" type="presOf" srcId="{411E4CF0-BC6A-47B5-A2DB-B5D15E52E603}" destId="{26864219-2C93-4B81-956F-29BC214F11A2}" srcOrd="0" destOrd="0" presId="urn:microsoft.com/office/officeart/2005/8/layout/hList1"/>
    <dgm:cxn modelId="{004743A4-8CCC-44B0-A127-BEA5A4AC2C1D}" type="presOf" srcId="{46AA0DFE-98DE-4E00-AC86-86E5269EA5AA}" destId="{465B26C8-5E7D-471F-8D19-DE0B2FDC959D}" srcOrd="0" destOrd="0" presId="urn:microsoft.com/office/officeart/2005/8/layout/hList1"/>
    <dgm:cxn modelId="{2F521CB1-7A22-4AF0-A4C8-D51D109C105A}" type="presOf" srcId="{0191F346-30FE-4F10-BDAB-5E6E9D8FB232}" destId="{29784705-860D-474B-8A12-842F021C54B0}" srcOrd="0" destOrd="1" presId="urn:microsoft.com/office/officeart/2005/8/layout/hList1"/>
    <dgm:cxn modelId="{00C724BF-DC44-4A39-A42E-DCA3FCE78EB3}" type="presOf" srcId="{BFA4126A-D33F-46D7-A188-E488E85DFF54}" destId="{465B26C8-5E7D-471F-8D19-DE0B2FDC959D}" srcOrd="0" destOrd="1" presId="urn:microsoft.com/office/officeart/2005/8/layout/hList1"/>
    <dgm:cxn modelId="{E1B26CBF-66F2-464B-B8D7-569BE4C5F1A5}" type="presOf" srcId="{AB3F323E-8D29-4ACF-ADDE-875BD2845A43}" destId="{33FE8386-7A39-4481-A2C2-DC4313B39F8E}" srcOrd="0" destOrd="0" presId="urn:microsoft.com/office/officeart/2005/8/layout/hList1"/>
    <dgm:cxn modelId="{F7B54BC9-E36A-407F-A1CA-841C023D61F1}" srcId="{0A9AA545-2F99-41C4-A628-EA8EDFE4CEBC}" destId="{AB3F323E-8D29-4ACF-ADDE-875BD2845A43}" srcOrd="3" destOrd="0" parTransId="{CAAD0CEA-0AB8-418E-A493-1315822BFAAE}" sibTransId="{F5B4D38C-A0DD-4409-A78B-1A77FA09B6EE}"/>
    <dgm:cxn modelId="{12A626D9-70C5-46F6-9F61-2055EE0114BA}" srcId="{411E4CF0-BC6A-47B5-A2DB-B5D15E52E603}" destId="{C5D87AD6-F325-4EC3-A9ED-6D2B45098621}" srcOrd="0" destOrd="0" parTransId="{1F701346-B728-4292-B38F-73337880A3EA}" sibTransId="{BE2AF2F8-9DA3-4881-AC46-ABE7C782D1D6}"/>
    <dgm:cxn modelId="{520EF2DD-1067-4B42-97C8-8062ADF5220C}" srcId="{0A9AA545-2F99-41C4-A628-EA8EDFE4CEBC}" destId="{67E23A4A-1E28-445D-8EB0-2876D26BCD5E}" srcOrd="1" destOrd="0" parTransId="{A57F55A1-0A38-4A64-8886-77F3694622B5}" sibTransId="{BACF861B-2EC1-4B45-B14E-72D40ED851CC}"/>
    <dgm:cxn modelId="{5725ABE1-BE25-4562-B9A3-79C6ADB684E7}" srcId="{0A4B955A-85F3-424C-94E2-F78A63032608}" destId="{46AA0DFE-98DE-4E00-AC86-86E5269EA5AA}" srcOrd="0" destOrd="0" parTransId="{268E1022-B294-4425-BADE-0C5018D1DF60}" sibTransId="{C56E3D67-6BDA-45D9-A313-9C26EF16FBA8}"/>
    <dgm:cxn modelId="{98AA8CF3-B258-49FD-9E4B-64C17F53BC97}" type="presOf" srcId="{0A9AA545-2F99-41C4-A628-EA8EDFE4CEBC}" destId="{2938C7C2-EDD9-456D-95A3-1EADCF9EDB68}" srcOrd="0" destOrd="0" presId="urn:microsoft.com/office/officeart/2005/8/layout/hList1"/>
    <dgm:cxn modelId="{B78375F5-15D1-45FB-8626-D966AF573D16}" type="presOf" srcId="{6841ECB9-A1F1-4B57-94F1-F2DDCC598D39}" destId="{6FAF6BF0-558A-484E-90CB-8FD44C8C8B5D}" srcOrd="0" destOrd="1" presId="urn:microsoft.com/office/officeart/2005/8/layout/hList1"/>
    <dgm:cxn modelId="{5695C88F-D3E3-43FC-998A-CE7837EDA99C}" type="presParOf" srcId="{2938C7C2-EDD9-456D-95A3-1EADCF9EDB68}" destId="{6309E7D0-EFB0-4FD5-99FA-832E440E374B}" srcOrd="0" destOrd="0" presId="urn:microsoft.com/office/officeart/2005/8/layout/hList1"/>
    <dgm:cxn modelId="{5E4B212E-D0DB-4989-A96A-129CB990B190}" type="presParOf" srcId="{6309E7D0-EFB0-4FD5-99FA-832E440E374B}" destId="{26864219-2C93-4B81-956F-29BC214F11A2}" srcOrd="0" destOrd="0" presId="urn:microsoft.com/office/officeart/2005/8/layout/hList1"/>
    <dgm:cxn modelId="{75B6D20C-3A12-471B-8AAE-49F448192666}" type="presParOf" srcId="{6309E7D0-EFB0-4FD5-99FA-832E440E374B}" destId="{04D63E3C-ADB0-4E52-A944-DC74ECB08AC5}" srcOrd="1" destOrd="0" presId="urn:microsoft.com/office/officeart/2005/8/layout/hList1"/>
    <dgm:cxn modelId="{B9C3EE5A-FAF5-4904-B01B-98E3CF3C0188}" type="presParOf" srcId="{2938C7C2-EDD9-456D-95A3-1EADCF9EDB68}" destId="{0CF62F0F-C5F3-4D94-A357-4B26B2B68DE6}" srcOrd="1" destOrd="0" presId="urn:microsoft.com/office/officeart/2005/8/layout/hList1"/>
    <dgm:cxn modelId="{24BEF81B-4F7A-4193-81CF-B2AC1613A0DB}" type="presParOf" srcId="{2938C7C2-EDD9-456D-95A3-1EADCF9EDB68}" destId="{7AC4411F-AE6B-427C-9D21-6EFD14EEC0A6}" srcOrd="2" destOrd="0" presId="urn:microsoft.com/office/officeart/2005/8/layout/hList1"/>
    <dgm:cxn modelId="{23237F6E-5891-482C-BD23-58C34673CA9E}" type="presParOf" srcId="{7AC4411F-AE6B-427C-9D21-6EFD14EEC0A6}" destId="{41136114-CD7A-460D-9DB2-CC995D140C45}" srcOrd="0" destOrd="0" presId="urn:microsoft.com/office/officeart/2005/8/layout/hList1"/>
    <dgm:cxn modelId="{4FA48F5D-D6B6-40B7-9BF1-A259E1A8F49C}" type="presParOf" srcId="{7AC4411F-AE6B-427C-9D21-6EFD14EEC0A6}" destId="{6FAF6BF0-558A-484E-90CB-8FD44C8C8B5D}" srcOrd="1" destOrd="0" presId="urn:microsoft.com/office/officeart/2005/8/layout/hList1"/>
    <dgm:cxn modelId="{27D00FFD-D598-4C18-936B-2ED29B92990F}" type="presParOf" srcId="{2938C7C2-EDD9-456D-95A3-1EADCF9EDB68}" destId="{F133DB6B-2BAB-43F7-9993-D6841734AEE2}" srcOrd="3" destOrd="0" presId="urn:microsoft.com/office/officeart/2005/8/layout/hList1"/>
    <dgm:cxn modelId="{E35DC605-DE23-4456-BC4C-54E6E2E0DC9D}" type="presParOf" srcId="{2938C7C2-EDD9-456D-95A3-1EADCF9EDB68}" destId="{0B2FBA72-E98A-495E-A488-B78791E7C860}" srcOrd="4" destOrd="0" presId="urn:microsoft.com/office/officeart/2005/8/layout/hList1"/>
    <dgm:cxn modelId="{EAA306E5-CBCE-4E8D-9172-7FC7ED884A77}" type="presParOf" srcId="{0B2FBA72-E98A-495E-A488-B78791E7C860}" destId="{E1BCAC48-8879-476A-B449-930A29FB0C12}" srcOrd="0" destOrd="0" presId="urn:microsoft.com/office/officeart/2005/8/layout/hList1"/>
    <dgm:cxn modelId="{54FC4C2F-A476-4D0F-84EE-40218A019FE4}" type="presParOf" srcId="{0B2FBA72-E98A-495E-A488-B78791E7C860}" destId="{29784705-860D-474B-8A12-842F021C54B0}" srcOrd="1" destOrd="0" presId="urn:microsoft.com/office/officeart/2005/8/layout/hList1"/>
    <dgm:cxn modelId="{9669E05F-7CAA-4A5A-BDD0-B0DE8E79D873}" type="presParOf" srcId="{2938C7C2-EDD9-456D-95A3-1EADCF9EDB68}" destId="{21A98F37-1B1D-4A16-B65A-377096452314}" srcOrd="5" destOrd="0" presId="urn:microsoft.com/office/officeart/2005/8/layout/hList1"/>
    <dgm:cxn modelId="{FC2302D8-E640-4735-B16A-CFCB524DBA62}" type="presParOf" srcId="{2938C7C2-EDD9-456D-95A3-1EADCF9EDB68}" destId="{1C6F04E4-B9A8-431A-8090-7C15A62BFFAD}" srcOrd="6" destOrd="0" presId="urn:microsoft.com/office/officeart/2005/8/layout/hList1"/>
    <dgm:cxn modelId="{56EDD878-D8EC-44B4-8D43-08C99B33C508}" type="presParOf" srcId="{1C6F04E4-B9A8-431A-8090-7C15A62BFFAD}" destId="{33FE8386-7A39-4481-A2C2-DC4313B39F8E}" srcOrd="0" destOrd="0" presId="urn:microsoft.com/office/officeart/2005/8/layout/hList1"/>
    <dgm:cxn modelId="{20D186FF-81B7-45DE-B6B6-1F5B79A32F7F}" type="presParOf" srcId="{1C6F04E4-B9A8-431A-8090-7C15A62BFFAD}" destId="{2788B3EB-A820-4454-B40D-7B2FB88EAEE9}" srcOrd="1" destOrd="0" presId="urn:microsoft.com/office/officeart/2005/8/layout/hList1"/>
    <dgm:cxn modelId="{F803A3FA-1046-4983-A095-FD3BDD859E2D}" type="presParOf" srcId="{2938C7C2-EDD9-456D-95A3-1EADCF9EDB68}" destId="{D1F10319-E4E8-42E7-A9B7-54D3CCEBF1DB}" srcOrd="7" destOrd="0" presId="urn:microsoft.com/office/officeart/2005/8/layout/hList1"/>
    <dgm:cxn modelId="{1F9DDEA6-21A4-4606-87FB-4563FFF7A348}" type="presParOf" srcId="{2938C7C2-EDD9-456D-95A3-1EADCF9EDB68}" destId="{C4F4A867-5585-420B-A45A-BC2C79C05C49}" srcOrd="8" destOrd="0" presId="urn:microsoft.com/office/officeart/2005/8/layout/hList1"/>
    <dgm:cxn modelId="{533F68F4-8DFF-489D-8467-5B0B7E11E151}" type="presParOf" srcId="{C4F4A867-5585-420B-A45A-BC2C79C05C49}" destId="{2A8D0A51-6659-4A9A-9ED8-099712A586B2}" srcOrd="0" destOrd="0" presId="urn:microsoft.com/office/officeart/2005/8/layout/hList1"/>
    <dgm:cxn modelId="{E422CC84-AA66-4887-96AF-0ECD2AA49AFB}" type="presParOf" srcId="{C4F4A867-5585-420B-A45A-BC2C79C05C49}" destId="{465B26C8-5E7D-471F-8D19-DE0B2FDC959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D745C8-47F2-4839-942D-126C2A03215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ru-RU"/>
        </a:p>
      </dgm:t>
    </dgm:pt>
    <dgm:pt modelId="{CF19411F-9E79-4FD2-AB70-683286839A52}">
      <dgm:prSet phldrT="[Текст]"/>
      <dgm:spPr/>
      <dgm:t>
        <a:bodyPr/>
        <a:lstStyle/>
        <a:p>
          <a:r>
            <a:rPr lang="ru-RU" b="1" dirty="0"/>
            <a:t>Простые</a:t>
          </a:r>
        </a:p>
      </dgm:t>
    </dgm:pt>
    <dgm:pt modelId="{CC7DC402-4D42-426D-A032-318ACA6F8D19}" type="parTrans" cxnId="{5960718B-851C-4EAC-AE17-4FA7C673B5DB}">
      <dgm:prSet/>
      <dgm:spPr/>
      <dgm:t>
        <a:bodyPr/>
        <a:lstStyle/>
        <a:p>
          <a:endParaRPr lang="ru-RU"/>
        </a:p>
      </dgm:t>
    </dgm:pt>
    <dgm:pt modelId="{1D73C55C-537E-448C-8CFD-A5E596574153}" type="sibTrans" cxnId="{5960718B-851C-4EAC-AE17-4FA7C673B5DB}">
      <dgm:prSet/>
      <dgm:spPr/>
      <dgm:t>
        <a:bodyPr/>
        <a:lstStyle/>
        <a:p>
          <a:endParaRPr lang="ru-RU"/>
        </a:p>
      </dgm:t>
    </dgm:pt>
    <dgm:pt modelId="{5C1B139A-79CB-4E48-9ED2-D6C6F7219EC1}">
      <dgm:prSet phldrT="[Текст]" custT="1"/>
      <dgm:spPr/>
      <dgm:t>
        <a:bodyPr/>
        <a:lstStyle/>
        <a:p>
          <a:r>
            <a:rPr lang="ru-RU" sz="2000" b="1" dirty="0"/>
            <a:t>Таблицы</a:t>
          </a:r>
        </a:p>
      </dgm:t>
    </dgm:pt>
    <dgm:pt modelId="{C7EADEF6-E8C2-41A5-B733-640D30303954}" type="parTrans" cxnId="{68EFA7F6-69BC-436C-8D80-E31ED10A8A63}">
      <dgm:prSet/>
      <dgm:spPr/>
      <dgm:t>
        <a:bodyPr/>
        <a:lstStyle/>
        <a:p>
          <a:endParaRPr lang="ru-RU"/>
        </a:p>
      </dgm:t>
    </dgm:pt>
    <dgm:pt modelId="{10496803-53B4-4F98-8FB3-7E1980B10D98}" type="sibTrans" cxnId="{68EFA7F6-69BC-436C-8D80-E31ED10A8A63}">
      <dgm:prSet/>
      <dgm:spPr/>
      <dgm:t>
        <a:bodyPr/>
        <a:lstStyle/>
        <a:p>
          <a:endParaRPr lang="ru-RU"/>
        </a:p>
      </dgm:t>
    </dgm:pt>
    <dgm:pt modelId="{65F353CE-A87F-4C72-8120-BB51CE41C2E6}">
      <dgm:prSet phldrT="[Текст]"/>
      <dgm:spPr/>
      <dgm:t>
        <a:bodyPr/>
        <a:lstStyle/>
        <a:p>
          <a:r>
            <a:rPr lang="ru-RU" b="1" dirty="0"/>
            <a:t>Сложные</a:t>
          </a:r>
        </a:p>
      </dgm:t>
    </dgm:pt>
    <dgm:pt modelId="{12DE2BB9-8D43-4DE2-87BE-B19013685687}" type="parTrans" cxnId="{AE3B2F9B-72FD-4A37-8259-F92557691322}">
      <dgm:prSet/>
      <dgm:spPr/>
      <dgm:t>
        <a:bodyPr/>
        <a:lstStyle/>
        <a:p>
          <a:endParaRPr lang="ru-RU"/>
        </a:p>
      </dgm:t>
    </dgm:pt>
    <dgm:pt modelId="{6E8D51CA-922F-499C-A491-4A9999CAE1F3}" type="sibTrans" cxnId="{AE3B2F9B-72FD-4A37-8259-F92557691322}">
      <dgm:prSet/>
      <dgm:spPr/>
      <dgm:t>
        <a:bodyPr/>
        <a:lstStyle/>
        <a:p>
          <a:endParaRPr lang="ru-RU"/>
        </a:p>
      </dgm:t>
    </dgm:pt>
    <dgm:pt modelId="{D5421E9A-17DE-4FBB-A6AE-AA665305C0EF}">
      <dgm:prSet phldrT="[Текст]" custT="1"/>
      <dgm:spPr/>
      <dgm:t>
        <a:bodyPr/>
        <a:lstStyle/>
        <a:p>
          <a:r>
            <a:rPr lang="en-US" sz="1800" b="1" dirty="0"/>
            <a:t>OLAP</a:t>
          </a:r>
          <a:r>
            <a:rPr lang="ru-RU" sz="1800" b="1" dirty="0"/>
            <a:t>-анализ</a:t>
          </a:r>
        </a:p>
      </dgm:t>
    </dgm:pt>
    <dgm:pt modelId="{078F796D-5ECB-46E3-89A2-841C9C9069F6}" type="parTrans" cxnId="{2EA613CE-22BE-452A-B9B9-021990B509E6}">
      <dgm:prSet/>
      <dgm:spPr/>
      <dgm:t>
        <a:bodyPr/>
        <a:lstStyle/>
        <a:p>
          <a:endParaRPr lang="ru-RU"/>
        </a:p>
      </dgm:t>
    </dgm:pt>
    <dgm:pt modelId="{3EBF3E95-25C1-4BE7-93FB-458BC314D90D}" type="sibTrans" cxnId="{2EA613CE-22BE-452A-B9B9-021990B509E6}">
      <dgm:prSet/>
      <dgm:spPr/>
      <dgm:t>
        <a:bodyPr/>
        <a:lstStyle/>
        <a:p>
          <a:endParaRPr lang="ru-RU"/>
        </a:p>
      </dgm:t>
    </dgm:pt>
    <dgm:pt modelId="{4C37BD2C-34EF-44B8-8195-0DFAD130769F}">
      <dgm:prSet phldrT="[Текст]" custT="1"/>
      <dgm:spPr/>
      <dgm:t>
        <a:bodyPr/>
        <a:lstStyle/>
        <a:p>
          <a:r>
            <a:rPr lang="ru-RU" sz="2000" b="1" dirty="0"/>
            <a:t>Гистограммы</a:t>
          </a:r>
        </a:p>
      </dgm:t>
    </dgm:pt>
    <dgm:pt modelId="{306F237F-292C-4551-8ED2-5DF95BB5B539}" type="parTrans" cxnId="{DC990CCD-85ED-4565-B0B4-3AB0C6BBA615}">
      <dgm:prSet/>
      <dgm:spPr/>
      <dgm:t>
        <a:bodyPr/>
        <a:lstStyle/>
        <a:p>
          <a:endParaRPr lang="ru-RU"/>
        </a:p>
      </dgm:t>
    </dgm:pt>
    <dgm:pt modelId="{2C278E44-7013-437A-8611-4EE05AB7F9EA}" type="sibTrans" cxnId="{DC990CCD-85ED-4565-B0B4-3AB0C6BBA615}">
      <dgm:prSet/>
      <dgm:spPr/>
      <dgm:t>
        <a:bodyPr/>
        <a:lstStyle/>
        <a:p>
          <a:endParaRPr lang="ru-RU"/>
        </a:p>
      </dgm:t>
    </dgm:pt>
    <dgm:pt modelId="{02EBC982-C44F-46A6-835A-95D8C6AC1952}">
      <dgm:prSet phldrT="[Текст]" custT="1"/>
      <dgm:spPr/>
      <dgm:t>
        <a:bodyPr/>
        <a:lstStyle/>
        <a:p>
          <a:r>
            <a:rPr lang="ru-RU" sz="2000" b="1" dirty="0"/>
            <a:t>Линейный график</a:t>
          </a:r>
        </a:p>
      </dgm:t>
    </dgm:pt>
    <dgm:pt modelId="{3CE8AE2E-80BD-47CB-8F9E-F5F0C7E94C9B}" type="parTrans" cxnId="{9DBCB507-A0E5-46C6-8438-8B8900309566}">
      <dgm:prSet/>
      <dgm:spPr/>
      <dgm:t>
        <a:bodyPr/>
        <a:lstStyle/>
        <a:p>
          <a:endParaRPr lang="ru-RU"/>
        </a:p>
      </dgm:t>
    </dgm:pt>
    <dgm:pt modelId="{8DB36B70-A8C3-400C-954D-06A71184A117}" type="sibTrans" cxnId="{9DBCB507-A0E5-46C6-8438-8B8900309566}">
      <dgm:prSet/>
      <dgm:spPr/>
      <dgm:t>
        <a:bodyPr/>
        <a:lstStyle/>
        <a:p>
          <a:endParaRPr lang="ru-RU"/>
        </a:p>
      </dgm:t>
    </dgm:pt>
    <dgm:pt modelId="{932E4237-96B9-4428-9CC4-CEE3999A295F}">
      <dgm:prSet phldrT="[Текст]" custT="1"/>
      <dgm:spPr/>
      <dgm:t>
        <a:bodyPr/>
        <a:lstStyle/>
        <a:p>
          <a:r>
            <a:rPr lang="ru-RU" sz="2000" b="1" dirty="0"/>
            <a:t>Ящик с усами</a:t>
          </a:r>
        </a:p>
      </dgm:t>
    </dgm:pt>
    <dgm:pt modelId="{F601CF6C-04A3-406B-A4EC-61CE9F0ACE54}" type="parTrans" cxnId="{8CFF437F-65C7-42BC-878B-663C0C9FBE97}">
      <dgm:prSet/>
      <dgm:spPr/>
      <dgm:t>
        <a:bodyPr/>
        <a:lstStyle/>
        <a:p>
          <a:endParaRPr lang="ru-RU"/>
        </a:p>
      </dgm:t>
    </dgm:pt>
    <dgm:pt modelId="{54AC1EAE-5A5B-4EAC-A0F2-7742E0C5B592}" type="sibTrans" cxnId="{8CFF437F-65C7-42BC-878B-663C0C9FBE97}">
      <dgm:prSet/>
      <dgm:spPr/>
      <dgm:t>
        <a:bodyPr/>
        <a:lstStyle/>
        <a:p>
          <a:endParaRPr lang="ru-RU"/>
        </a:p>
      </dgm:t>
    </dgm:pt>
    <dgm:pt modelId="{5D085ED6-40B3-489B-9BDB-613775645128}">
      <dgm:prSet phldrT="[Текст]" custT="1"/>
      <dgm:spPr/>
      <dgm:t>
        <a:bodyPr/>
        <a:lstStyle/>
        <a:p>
          <a:r>
            <a:rPr lang="ru-RU" sz="1800" b="1" dirty="0"/>
            <a:t>Географические карты</a:t>
          </a:r>
        </a:p>
      </dgm:t>
    </dgm:pt>
    <dgm:pt modelId="{109F0238-A64D-490A-812B-FA7DBB8FD933}" type="parTrans" cxnId="{BC9761DC-394D-4429-B07A-06EC533B0D29}">
      <dgm:prSet/>
      <dgm:spPr/>
      <dgm:t>
        <a:bodyPr/>
        <a:lstStyle/>
        <a:p>
          <a:endParaRPr lang="ru-RU"/>
        </a:p>
      </dgm:t>
    </dgm:pt>
    <dgm:pt modelId="{BE8744F7-44BE-491F-9988-714C57EEAB8C}" type="sibTrans" cxnId="{BC9761DC-394D-4429-B07A-06EC533B0D29}">
      <dgm:prSet/>
      <dgm:spPr/>
      <dgm:t>
        <a:bodyPr/>
        <a:lstStyle/>
        <a:p>
          <a:endParaRPr lang="ru-RU"/>
        </a:p>
      </dgm:t>
    </dgm:pt>
    <dgm:pt modelId="{11175523-B5E0-4870-BA8B-08389EF0866A}">
      <dgm:prSet phldrT="[Текст]" custT="1"/>
      <dgm:spPr/>
      <dgm:t>
        <a:bodyPr/>
        <a:lstStyle/>
        <a:p>
          <a:r>
            <a:rPr lang="ru-RU" sz="1800" b="1" dirty="0"/>
            <a:t>Плоское дерево</a:t>
          </a:r>
        </a:p>
      </dgm:t>
    </dgm:pt>
    <dgm:pt modelId="{DC308C75-EF3F-4B29-A834-FE25C16C74B6}" type="parTrans" cxnId="{04096A2F-F52F-447C-8F4A-15B14F9460A0}">
      <dgm:prSet/>
      <dgm:spPr/>
      <dgm:t>
        <a:bodyPr/>
        <a:lstStyle/>
        <a:p>
          <a:endParaRPr lang="ru-RU"/>
        </a:p>
      </dgm:t>
    </dgm:pt>
    <dgm:pt modelId="{0D069238-C994-46B4-A00D-7D217F160F15}" type="sibTrans" cxnId="{04096A2F-F52F-447C-8F4A-15B14F9460A0}">
      <dgm:prSet/>
      <dgm:spPr/>
      <dgm:t>
        <a:bodyPr/>
        <a:lstStyle/>
        <a:p>
          <a:endParaRPr lang="ru-RU"/>
        </a:p>
      </dgm:t>
    </dgm:pt>
    <dgm:pt modelId="{885DE9A9-F22B-47F0-98D3-56A99351EF5D}">
      <dgm:prSet phldrT="[Текст]" custT="1"/>
      <dgm:spPr/>
      <dgm:t>
        <a:bodyPr/>
        <a:lstStyle/>
        <a:p>
          <a:r>
            <a:rPr lang="ru-RU" sz="1800" b="1" dirty="0"/>
            <a:t>Диаграмма связей</a:t>
          </a:r>
        </a:p>
      </dgm:t>
    </dgm:pt>
    <dgm:pt modelId="{AA812139-CB3C-4308-85B6-06D03760FAF7}" type="parTrans" cxnId="{B92D4D46-DCFE-4F11-89B8-92EB46683C58}">
      <dgm:prSet/>
      <dgm:spPr/>
      <dgm:t>
        <a:bodyPr/>
        <a:lstStyle/>
        <a:p>
          <a:endParaRPr lang="ru-RU"/>
        </a:p>
      </dgm:t>
    </dgm:pt>
    <dgm:pt modelId="{3CB9E4F2-BC63-49AA-8EA8-C81B0D8E4A11}" type="sibTrans" cxnId="{B92D4D46-DCFE-4F11-89B8-92EB46683C58}">
      <dgm:prSet/>
      <dgm:spPr/>
      <dgm:t>
        <a:bodyPr/>
        <a:lstStyle/>
        <a:p>
          <a:endParaRPr lang="ru-RU"/>
        </a:p>
      </dgm:t>
    </dgm:pt>
    <dgm:pt modelId="{E448C545-1F39-4329-BB1A-FC7516F294B2}">
      <dgm:prSet phldrT="[Текст]" custT="1"/>
      <dgm:spPr/>
      <dgm:t>
        <a:bodyPr/>
        <a:lstStyle/>
        <a:p>
          <a:r>
            <a:rPr lang="ru-RU" sz="1800" b="1" dirty="0"/>
            <a:t>Облако тегов</a:t>
          </a:r>
        </a:p>
      </dgm:t>
    </dgm:pt>
    <dgm:pt modelId="{6F3F5E3A-4E14-4009-9D55-168C96C9AC3E}" type="parTrans" cxnId="{C3322C46-8C6D-4A26-ADC5-1BE77ACFB6B6}">
      <dgm:prSet/>
      <dgm:spPr/>
      <dgm:t>
        <a:bodyPr/>
        <a:lstStyle/>
        <a:p>
          <a:endParaRPr lang="ru-RU"/>
        </a:p>
      </dgm:t>
    </dgm:pt>
    <dgm:pt modelId="{FB4EA612-03EB-48C7-AC4F-23637653A013}" type="sibTrans" cxnId="{C3322C46-8C6D-4A26-ADC5-1BE77ACFB6B6}">
      <dgm:prSet/>
      <dgm:spPr/>
      <dgm:t>
        <a:bodyPr/>
        <a:lstStyle/>
        <a:p>
          <a:endParaRPr lang="ru-RU"/>
        </a:p>
      </dgm:t>
    </dgm:pt>
    <dgm:pt modelId="{B0EB6497-30A4-4A02-B9D6-EC786E412015}">
      <dgm:prSet phldrT="[Текст]" custT="1"/>
      <dgm:spPr/>
      <dgm:t>
        <a:bodyPr/>
        <a:lstStyle/>
        <a:p>
          <a:r>
            <a:rPr lang="ru-RU" sz="1800" b="1" dirty="0"/>
            <a:t>Диаграмма рассеяния</a:t>
          </a:r>
        </a:p>
      </dgm:t>
    </dgm:pt>
    <dgm:pt modelId="{0AD993EA-93E1-4075-8854-EEB9475FB0E1}" type="parTrans" cxnId="{1A6D1B47-A1C6-453C-AE7D-B7EDA946D81C}">
      <dgm:prSet/>
      <dgm:spPr/>
      <dgm:t>
        <a:bodyPr/>
        <a:lstStyle/>
        <a:p>
          <a:endParaRPr lang="ru-RU"/>
        </a:p>
      </dgm:t>
    </dgm:pt>
    <dgm:pt modelId="{912A8423-8871-4A36-8A7E-B51F91DB2257}" type="sibTrans" cxnId="{1A6D1B47-A1C6-453C-AE7D-B7EDA946D81C}">
      <dgm:prSet/>
      <dgm:spPr/>
      <dgm:t>
        <a:bodyPr/>
        <a:lstStyle/>
        <a:p>
          <a:endParaRPr lang="ru-RU"/>
        </a:p>
      </dgm:t>
    </dgm:pt>
    <dgm:pt modelId="{1000067A-DD56-472A-8827-383BC7A4B507}" type="pres">
      <dgm:prSet presAssocID="{9AD745C8-47F2-4839-942D-126C2A032158}" presName="vert0" presStyleCnt="0">
        <dgm:presLayoutVars>
          <dgm:dir/>
          <dgm:animOne val="branch"/>
          <dgm:animLvl val="lvl"/>
        </dgm:presLayoutVars>
      </dgm:prSet>
      <dgm:spPr/>
    </dgm:pt>
    <dgm:pt modelId="{96F6C6ED-0827-471B-B62D-7C9DB38B8045}" type="pres">
      <dgm:prSet presAssocID="{CF19411F-9E79-4FD2-AB70-683286839A52}" presName="thickLine" presStyleLbl="alignNode1" presStyleIdx="0" presStyleCnt="2"/>
      <dgm:spPr/>
    </dgm:pt>
    <dgm:pt modelId="{35C3DAEF-D899-4AC4-ADE8-16051451ED28}" type="pres">
      <dgm:prSet presAssocID="{CF19411F-9E79-4FD2-AB70-683286839A52}" presName="horz1" presStyleCnt="0"/>
      <dgm:spPr/>
    </dgm:pt>
    <dgm:pt modelId="{1D86F943-1DD1-421A-AA0E-F25A6266642C}" type="pres">
      <dgm:prSet presAssocID="{CF19411F-9E79-4FD2-AB70-683286839A52}" presName="tx1" presStyleLbl="revTx" presStyleIdx="0" presStyleCnt="12"/>
      <dgm:spPr/>
    </dgm:pt>
    <dgm:pt modelId="{FD9407B3-D1D7-4BFF-8025-2CE46B1755F8}" type="pres">
      <dgm:prSet presAssocID="{CF19411F-9E79-4FD2-AB70-683286839A52}" presName="vert1" presStyleCnt="0"/>
      <dgm:spPr/>
    </dgm:pt>
    <dgm:pt modelId="{3C16B14A-4773-40F3-B8FA-A47FB361D2B3}" type="pres">
      <dgm:prSet presAssocID="{5C1B139A-79CB-4E48-9ED2-D6C6F7219EC1}" presName="vertSpace2a" presStyleCnt="0"/>
      <dgm:spPr/>
    </dgm:pt>
    <dgm:pt modelId="{B0931DCF-879E-4857-9FE2-AB91D0C489C9}" type="pres">
      <dgm:prSet presAssocID="{5C1B139A-79CB-4E48-9ED2-D6C6F7219EC1}" presName="horz2" presStyleCnt="0"/>
      <dgm:spPr/>
    </dgm:pt>
    <dgm:pt modelId="{263F3408-2F88-405C-B021-CDD2CC69D3C2}" type="pres">
      <dgm:prSet presAssocID="{5C1B139A-79CB-4E48-9ED2-D6C6F7219EC1}" presName="horzSpace2" presStyleCnt="0"/>
      <dgm:spPr/>
    </dgm:pt>
    <dgm:pt modelId="{0A00070F-E0CC-4962-8B76-B64AA386C327}" type="pres">
      <dgm:prSet presAssocID="{5C1B139A-79CB-4E48-9ED2-D6C6F7219EC1}" presName="tx2" presStyleLbl="revTx" presStyleIdx="1" presStyleCnt="12"/>
      <dgm:spPr/>
    </dgm:pt>
    <dgm:pt modelId="{F4509B41-27BF-42B6-BE9C-1CE52FAB0B11}" type="pres">
      <dgm:prSet presAssocID="{5C1B139A-79CB-4E48-9ED2-D6C6F7219EC1}" presName="vert2" presStyleCnt="0"/>
      <dgm:spPr/>
    </dgm:pt>
    <dgm:pt modelId="{0F7BFDFB-6F36-43A3-BA94-89394461B51A}" type="pres">
      <dgm:prSet presAssocID="{5C1B139A-79CB-4E48-9ED2-D6C6F7219EC1}" presName="thinLine2b" presStyleLbl="callout" presStyleIdx="0" presStyleCnt="10"/>
      <dgm:spPr/>
    </dgm:pt>
    <dgm:pt modelId="{CC240764-2556-4FA1-BF0F-363F7AF5973A}" type="pres">
      <dgm:prSet presAssocID="{5C1B139A-79CB-4E48-9ED2-D6C6F7219EC1}" presName="vertSpace2b" presStyleCnt="0"/>
      <dgm:spPr/>
    </dgm:pt>
    <dgm:pt modelId="{178A3C70-6326-4D4A-A0DD-0AD116EBA9E7}" type="pres">
      <dgm:prSet presAssocID="{4C37BD2C-34EF-44B8-8195-0DFAD130769F}" presName="horz2" presStyleCnt="0"/>
      <dgm:spPr/>
    </dgm:pt>
    <dgm:pt modelId="{8774D5E8-6B84-4F39-9478-A8AB75ED5EAA}" type="pres">
      <dgm:prSet presAssocID="{4C37BD2C-34EF-44B8-8195-0DFAD130769F}" presName="horzSpace2" presStyleCnt="0"/>
      <dgm:spPr/>
    </dgm:pt>
    <dgm:pt modelId="{46A38B1A-F2E2-4242-AE3F-7BAFD4EF8CCC}" type="pres">
      <dgm:prSet presAssocID="{4C37BD2C-34EF-44B8-8195-0DFAD130769F}" presName="tx2" presStyleLbl="revTx" presStyleIdx="2" presStyleCnt="12"/>
      <dgm:spPr/>
    </dgm:pt>
    <dgm:pt modelId="{CF4EFE6D-7E4E-4A8F-BD3C-F80482BE562A}" type="pres">
      <dgm:prSet presAssocID="{4C37BD2C-34EF-44B8-8195-0DFAD130769F}" presName="vert2" presStyleCnt="0"/>
      <dgm:spPr/>
    </dgm:pt>
    <dgm:pt modelId="{9EFEA37B-8E35-4045-9748-705F0CE2CF5D}" type="pres">
      <dgm:prSet presAssocID="{4C37BD2C-34EF-44B8-8195-0DFAD130769F}" presName="thinLine2b" presStyleLbl="callout" presStyleIdx="1" presStyleCnt="10"/>
      <dgm:spPr/>
    </dgm:pt>
    <dgm:pt modelId="{7418CB93-069C-4CDC-9502-BE84306F6B15}" type="pres">
      <dgm:prSet presAssocID="{4C37BD2C-34EF-44B8-8195-0DFAD130769F}" presName="vertSpace2b" presStyleCnt="0"/>
      <dgm:spPr/>
    </dgm:pt>
    <dgm:pt modelId="{8F432D1F-C78E-4930-8360-F916F279CC71}" type="pres">
      <dgm:prSet presAssocID="{02EBC982-C44F-46A6-835A-95D8C6AC1952}" presName="horz2" presStyleCnt="0"/>
      <dgm:spPr/>
    </dgm:pt>
    <dgm:pt modelId="{3E148C26-C0BD-41FC-AD9C-C3048E42EF2D}" type="pres">
      <dgm:prSet presAssocID="{02EBC982-C44F-46A6-835A-95D8C6AC1952}" presName="horzSpace2" presStyleCnt="0"/>
      <dgm:spPr/>
    </dgm:pt>
    <dgm:pt modelId="{FB126367-E086-45B7-9B8B-0B98A1058DFA}" type="pres">
      <dgm:prSet presAssocID="{02EBC982-C44F-46A6-835A-95D8C6AC1952}" presName="tx2" presStyleLbl="revTx" presStyleIdx="3" presStyleCnt="12"/>
      <dgm:spPr/>
    </dgm:pt>
    <dgm:pt modelId="{C86D3463-9315-448F-86C5-7FB0FA6D0A3A}" type="pres">
      <dgm:prSet presAssocID="{02EBC982-C44F-46A6-835A-95D8C6AC1952}" presName="vert2" presStyleCnt="0"/>
      <dgm:spPr/>
    </dgm:pt>
    <dgm:pt modelId="{95A7B63F-EF65-4AA2-84A3-6A3BDA374B34}" type="pres">
      <dgm:prSet presAssocID="{02EBC982-C44F-46A6-835A-95D8C6AC1952}" presName="thinLine2b" presStyleLbl="callout" presStyleIdx="2" presStyleCnt="10"/>
      <dgm:spPr/>
    </dgm:pt>
    <dgm:pt modelId="{611A97E4-4569-43AE-8236-5F80B8EBE867}" type="pres">
      <dgm:prSet presAssocID="{02EBC982-C44F-46A6-835A-95D8C6AC1952}" presName="vertSpace2b" presStyleCnt="0"/>
      <dgm:spPr/>
    </dgm:pt>
    <dgm:pt modelId="{F3130BC0-BDEE-4956-A388-DD352F842CF5}" type="pres">
      <dgm:prSet presAssocID="{932E4237-96B9-4428-9CC4-CEE3999A295F}" presName="horz2" presStyleCnt="0"/>
      <dgm:spPr/>
    </dgm:pt>
    <dgm:pt modelId="{589E0724-E2C7-4848-9009-B9B0FE49FABC}" type="pres">
      <dgm:prSet presAssocID="{932E4237-96B9-4428-9CC4-CEE3999A295F}" presName="horzSpace2" presStyleCnt="0"/>
      <dgm:spPr/>
    </dgm:pt>
    <dgm:pt modelId="{80419E2B-0347-4CC5-BC72-0184F3FB734B}" type="pres">
      <dgm:prSet presAssocID="{932E4237-96B9-4428-9CC4-CEE3999A295F}" presName="tx2" presStyleLbl="revTx" presStyleIdx="4" presStyleCnt="12"/>
      <dgm:spPr/>
    </dgm:pt>
    <dgm:pt modelId="{1E3E5884-AE14-4D9D-AD7F-4964DC274A3A}" type="pres">
      <dgm:prSet presAssocID="{932E4237-96B9-4428-9CC4-CEE3999A295F}" presName="vert2" presStyleCnt="0"/>
      <dgm:spPr/>
    </dgm:pt>
    <dgm:pt modelId="{F16BCC97-F4CF-4ADA-8F09-6F3B7417ADA9}" type="pres">
      <dgm:prSet presAssocID="{932E4237-96B9-4428-9CC4-CEE3999A295F}" presName="thinLine2b" presStyleLbl="callout" presStyleIdx="3" presStyleCnt="10"/>
      <dgm:spPr/>
    </dgm:pt>
    <dgm:pt modelId="{6BEE8C22-315F-4CF4-9372-DD05FDD2EAFB}" type="pres">
      <dgm:prSet presAssocID="{932E4237-96B9-4428-9CC4-CEE3999A295F}" presName="vertSpace2b" presStyleCnt="0"/>
      <dgm:spPr/>
    </dgm:pt>
    <dgm:pt modelId="{07B07325-1A42-478E-9198-4117B350D0AA}" type="pres">
      <dgm:prSet presAssocID="{65F353CE-A87F-4C72-8120-BB51CE41C2E6}" presName="thickLine" presStyleLbl="alignNode1" presStyleIdx="1" presStyleCnt="2"/>
      <dgm:spPr/>
    </dgm:pt>
    <dgm:pt modelId="{D7C3E36F-42D0-4731-A0F4-80DF0D22835D}" type="pres">
      <dgm:prSet presAssocID="{65F353CE-A87F-4C72-8120-BB51CE41C2E6}" presName="horz1" presStyleCnt="0"/>
      <dgm:spPr/>
    </dgm:pt>
    <dgm:pt modelId="{2ED65F8E-657C-472D-9013-D1FAEB4FBBC7}" type="pres">
      <dgm:prSet presAssocID="{65F353CE-A87F-4C72-8120-BB51CE41C2E6}" presName="tx1" presStyleLbl="revTx" presStyleIdx="5" presStyleCnt="12"/>
      <dgm:spPr/>
    </dgm:pt>
    <dgm:pt modelId="{3C6AC962-0FAC-48EE-8DD3-8946369DA7D2}" type="pres">
      <dgm:prSet presAssocID="{65F353CE-A87F-4C72-8120-BB51CE41C2E6}" presName="vert1" presStyleCnt="0"/>
      <dgm:spPr/>
    </dgm:pt>
    <dgm:pt modelId="{394C4518-C3CC-4BE9-B51A-0246D0718357}" type="pres">
      <dgm:prSet presAssocID="{D5421E9A-17DE-4FBB-A6AE-AA665305C0EF}" presName="vertSpace2a" presStyleCnt="0"/>
      <dgm:spPr/>
    </dgm:pt>
    <dgm:pt modelId="{D840EAD7-6975-42DC-A0CC-54A29F6ECD7D}" type="pres">
      <dgm:prSet presAssocID="{D5421E9A-17DE-4FBB-A6AE-AA665305C0EF}" presName="horz2" presStyleCnt="0"/>
      <dgm:spPr/>
    </dgm:pt>
    <dgm:pt modelId="{82453F04-FA24-4091-9A7A-75BB4B4BB696}" type="pres">
      <dgm:prSet presAssocID="{D5421E9A-17DE-4FBB-A6AE-AA665305C0EF}" presName="horzSpace2" presStyleCnt="0"/>
      <dgm:spPr/>
    </dgm:pt>
    <dgm:pt modelId="{208161C9-81EF-4A89-A3C2-78F04320B1D6}" type="pres">
      <dgm:prSet presAssocID="{D5421E9A-17DE-4FBB-A6AE-AA665305C0EF}" presName="tx2" presStyleLbl="revTx" presStyleIdx="6" presStyleCnt="12"/>
      <dgm:spPr/>
    </dgm:pt>
    <dgm:pt modelId="{6ECE8ECF-714B-4DEF-9083-8034413C508A}" type="pres">
      <dgm:prSet presAssocID="{D5421E9A-17DE-4FBB-A6AE-AA665305C0EF}" presName="vert2" presStyleCnt="0"/>
      <dgm:spPr/>
    </dgm:pt>
    <dgm:pt modelId="{7B896371-4630-43BB-91DD-D6EB59F9FED1}" type="pres">
      <dgm:prSet presAssocID="{D5421E9A-17DE-4FBB-A6AE-AA665305C0EF}" presName="thinLine2b" presStyleLbl="callout" presStyleIdx="4" presStyleCnt="10"/>
      <dgm:spPr/>
    </dgm:pt>
    <dgm:pt modelId="{81FA7567-50E0-45BC-A995-1C27C2F08D94}" type="pres">
      <dgm:prSet presAssocID="{D5421E9A-17DE-4FBB-A6AE-AA665305C0EF}" presName="vertSpace2b" presStyleCnt="0"/>
      <dgm:spPr/>
    </dgm:pt>
    <dgm:pt modelId="{3436D925-6A26-473D-ADA1-62B95E3056BC}" type="pres">
      <dgm:prSet presAssocID="{5D085ED6-40B3-489B-9BDB-613775645128}" presName="horz2" presStyleCnt="0"/>
      <dgm:spPr/>
    </dgm:pt>
    <dgm:pt modelId="{1B2266DF-AD58-405B-9A43-8EA43C12AB91}" type="pres">
      <dgm:prSet presAssocID="{5D085ED6-40B3-489B-9BDB-613775645128}" presName="horzSpace2" presStyleCnt="0"/>
      <dgm:spPr/>
    </dgm:pt>
    <dgm:pt modelId="{94512D59-E90C-4427-8D20-A2CB3610D524}" type="pres">
      <dgm:prSet presAssocID="{5D085ED6-40B3-489B-9BDB-613775645128}" presName="tx2" presStyleLbl="revTx" presStyleIdx="7" presStyleCnt="12"/>
      <dgm:spPr/>
    </dgm:pt>
    <dgm:pt modelId="{C27F0772-A053-4BF9-BDC7-3404F61018A6}" type="pres">
      <dgm:prSet presAssocID="{5D085ED6-40B3-489B-9BDB-613775645128}" presName="vert2" presStyleCnt="0"/>
      <dgm:spPr/>
    </dgm:pt>
    <dgm:pt modelId="{A2F2EEC8-1D2E-4517-9B0B-5EAF27253301}" type="pres">
      <dgm:prSet presAssocID="{5D085ED6-40B3-489B-9BDB-613775645128}" presName="thinLine2b" presStyleLbl="callout" presStyleIdx="5" presStyleCnt="10"/>
      <dgm:spPr/>
    </dgm:pt>
    <dgm:pt modelId="{B4634AE8-AD24-4D8C-A892-98B53F962056}" type="pres">
      <dgm:prSet presAssocID="{5D085ED6-40B3-489B-9BDB-613775645128}" presName="vertSpace2b" presStyleCnt="0"/>
      <dgm:spPr/>
    </dgm:pt>
    <dgm:pt modelId="{A4A6D59D-B910-4C74-871F-564CD5809B47}" type="pres">
      <dgm:prSet presAssocID="{11175523-B5E0-4870-BA8B-08389EF0866A}" presName="horz2" presStyleCnt="0"/>
      <dgm:spPr/>
    </dgm:pt>
    <dgm:pt modelId="{4BA3A99E-CC98-4202-89BE-BF2F55DA7FEA}" type="pres">
      <dgm:prSet presAssocID="{11175523-B5E0-4870-BA8B-08389EF0866A}" presName="horzSpace2" presStyleCnt="0"/>
      <dgm:spPr/>
    </dgm:pt>
    <dgm:pt modelId="{3B872C64-02F3-40D5-954D-DC5AEFFEE459}" type="pres">
      <dgm:prSet presAssocID="{11175523-B5E0-4870-BA8B-08389EF0866A}" presName="tx2" presStyleLbl="revTx" presStyleIdx="8" presStyleCnt="12"/>
      <dgm:spPr/>
    </dgm:pt>
    <dgm:pt modelId="{ED5F4623-DEBB-4751-B274-C6CF9A11011B}" type="pres">
      <dgm:prSet presAssocID="{11175523-B5E0-4870-BA8B-08389EF0866A}" presName="vert2" presStyleCnt="0"/>
      <dgm:spPr/>
    </dgm:pt>
    <dgm:pt modelId="{8A457C2F-01B6-499C-8E3B-1CBEF007023A}" type="pres">
      <dgm:prSet presAssocID="{11175523-B5E0-4870-BA8B-08389EF0866A}" presName="thinLine2b" presStyleLbl="callout" presStyleIdx="6" presStyleCnt="10"/>
      <dgm:spPr/>
    </dgm:pt>
    <dgm:pt modelId="{AEF39E42-7AC9-4EA8-A1B0-320EA9CA09C2}" type="pres">
      <dgm:prSet presAssocID="{11175523-B5E0-4870-BA8B-08389EF0866A}" presName="vertSpace2b" presStyleCnt="0"/>
      <dgm:spPr/>
    </dgm:pt>
    <dgm:pt modelId="{A642D65F-3E7E-4BFD-8A35-38378AAE2396}" type="pres">
      <dgm:prSet presAssocID="{885DE9A9-F22B-47F0-98D3-56A99351EF5D}" presName="horz2" presStyleCnt="0"/>
      <dgm:spPr/>
    </dgm:pt>
    <dgm:pt modelId="{7055B73E-1DCE-43FC-A7CC-303FA7F41E6A}" type="pres">
      <dgm:prSet presAssocID="{885DE9A9-F22B-47F0-98D3-56A99351EF5D}" presName="horzSpace2" presStyleCnt="0"/>
      <dgm:spPr/>
    </dgm:pt>
    <dgm:pt modelId="{91A70C03-DF41-43EE-87E1-B6EF4D2526D4}" type="pres">
      <dgm:prSet presAssocID="{885DE9A9-F22B-47F0-98D3-56A99351EF5D}" presName="tx2" presStyleLbl="revTx" presStyleIdx="9" presStyleCnt="12"/>
      <dgm:spPr/>
    </dgm:pt>
    <dgm:pt modelId="{7C9C5BB1-9BC4-4400-BFAF-439663A41F64}" type="pres">
      <dgm:prSet presAssocID="{885DE9A9-F22B-47F0-98D3-56A99351EF5D}" presName="vert2" presStyleCnt="0"/>
      <dgm:spPr/>
    </dgm:pt>
    <dgm:pt modelId="{41AD079C-A498-442C-9350-57D55060C56A}" type="pres">
      <dgm:prSet presAssocID="{885DE9A9-F22B-47F0-98D3-56A99351EF5D}" presName="thinLine2b" presStyleLbl="callout" presStyleIdx="7" presStyleCnt="10"/>
      <dgm:spPr/>
    </dgm:pt>
    <dgm:pt modelId="{E81EBC89-4923-4CE6-B954-E15EAE1ECC46}" type="pres">
      <dgm:prSet presAssocID="{885DE9A9-F22B-47F0-98D3-56A99351EF5D}" presName="vertSpace2b" presStyleCnt="0"/>
      <dgm:spPr/>
    </dgm:pt>
    <dgm:pt modelId="{47FC00E8-FBA5-4EA0-B05B-2B684E456372}" type="pres">
      <dgm:prSet presAssocID="{E448C545-1F39-4329-BB1A-FC7516F294B2}" presName="horz2" presStyleCnt="0"/>
      <dgm:spPr/>
    </dgm:pt>
    <dgm:pt modelId="{436E5941-F7E9-4B7F-92C8-B68734D5ECDE}" type="pres">
      <dgm:prSet presAssocID="{E448C545-1F39-4329-BB1A-FC7516F294B2}" presName="horzSpace2" presStyleCnt="0"/>
      <dgm:spPr/>
    </dgm:pt>
    <dgm:pt modelId="{B68B3B12-CBFD-4588-904A-AC7CDBE7AB9B}" type="pres">
      <dgm:prSet presAssocID="{E448C545-1F39-4329-BB1A-FC7516F294B2}" presName="tx2" presStyleLbl="revTx" presStyleIdx="10" presStyleCnt="12"/>
      <dgm:spPr/>
    </dgm:pt>
    <dgm:pt modelId="{53A24AA6-7440-4266-BADB-18EF42C3ADA1}" type="pres">
      <dgm:prSet presAssocID="{E448C545-1F39-4329-BB1A-FC7516F294B2}" presName="vert2" presStyleCnt="0"/>
      <dgm:spPr/>
    </dgm:pt>
    <dgm:pt modelId="{D9C3816A-B8F5-4680-B647-44D032A0BBBE}" type="pres">
      <dgm:prSet presAssocID="{E448C545-1F39-4329-BB1A-FC7516F294B2}" presName="thinLine2b" presStyleLbl="callout" presStyleIdx="8" presStyleCnt="10"/>
      <dgm:spPr/>
    </dgm:pt>
    <dgm:pt modelId="{119A9514-FF63-4A12-8D76-D04737ADCDBB}" type="pres">
      <dgm:prSet presAssocID="{E448C545-1F39-4329-BB1A-FC7516F294B2}" presName="vertSpace2b" presStyleCnt="0"/>
      <dgm:spPr/>
    </dgm:pt>
    <dgm:pt modelId="{08391446-67B0-4198-9349-48247A931395}" type="pres">
      <dgm:prSet presAssocID="{B0EB6497-30A4-4A02-B9D6-EC786E412015}" presName="horz2" presStyleCnt="0"/>
      <dgm:spPr/>
    </dgm:pt>
    <dgm:pt modelId="{8EBB4CB9-A4F7-4B22-9090-C53DB432013C}" type="pres">
      <dgm:prSet presAssocID="{B0EB6497-30A4-4A02-B9D6-EC786E412015}" presName="horzSpace2" presStyleCnt="0"/>
      <dgm:spPr/>
    </dgm:pt>
    <dgm:pt modelId="{E7ABC657-111A-4577-B0F0-DB0A4B6131A1}" type="pres">
      <dgm:prSet presAssocID="{B0EB6497-30A4-4A02-B9D6-EC786E412015}" presName="tx2" presStyleLbl="revTx" presStyleIdx="11" presStyleCnt="12"/>
      <dgm:spPr/>
    </dgm:pt>
    <dgm:pt modelId="{35276CDF-6A71-4A69-9A25-195D96850C89}" type="pres">
      <dgm:prSet presAssocID="{B0EB6497-30A4-4A02-B9D6-EC786E412015}" presName="vert2" presStyleCnt="0"/>
      <dgm:spPr/>
    </dgm:pt>
    <dgm:pt modelId="{C046A94C-C9CD-4B4C-99C3-D78DBEF21DAA}" type="pres">
      <dgm:prSet presAssocID="{B0EB6497-30A4-4A02-B9D6-EC786E412015}" presName="thinLine2b" presStyleLbl="callout" presStyleIdx="9" presStyleCnt="10"/>
      <dgm:spPr/>
    </dgm:pt>
    <dgm:pt modelId="{E365D01A-278D-4EA2-9144-35E4C2F30A2E}" type="pres">
      <dgm:prSet presAssocID="{B0EB6497-30A4-4A02-B9D6-EC786E412015}" presName="vertSpace2b" presStyleCnt="0"/>
      <dgm:spPr/>
    </dgm:pt>
  </dgm:ptLst>
  <dgm:cxnLst>
    <dgm:cxn modelId="{9DBCB507-A0E5-46C6-8438-8B8900309566}" srcId="{CF19411F-9E79-4FD2-AB70-683286839A52}" destId="{02EBC982-C44F-46A6-835A-95D8C6AC1952}" srcOrd="2" destOrd="0" parTransId="{3CE8AE2E-80BD-47CB-8F9E-F5F0C7E94C9B}" sibTransId="{8DB36B70-A8C3-400C-954D-06A71184A117}"/>
    <dgm:cxn modelId="{B8363809-D54D-4174-B8BB-05F0E8132274}" type="presOf" srcId="{11175523-B5E0-4870-BA8B-08389EF0866A}" destId="{3B872C64-02F3-40D5-954D-DC5AEFFEE459}" srcOrd="0" destOrd="0" presId="urn:microsoft.com/office/officeart/2008/layout/LinedList"/>
    <dgm:cxn modelId="{EE69BC0A-F47E-4401-8220-7EDA0C630452}" type="presOf" srcId="{E448C545-1F39-4329-BB1A-FC7516F294B2}" destId="{B68B3B12-CBFD-4588-904A-AC7CDBE7AB9B}" srcOrd="0" destOrd="0" presId="urn:microsoft.com/office/officeart/2008/layout/LinedList"/>
    <dgm:cxn modelId="{0081FB21-96F1-4777-8F52-B32DEC8A00FD}" type="presOf" srcId="{9AD745C8-47F2-4839-942D-126C2A032158}" destId="{1000067A-DD56-472A-8827-383BC7A4B507}" srcOrd="0" destOrd="0" presId="urn:microsoft.com/office/officeart/2008/layout/LinedList"/>
    <dgm:cxn modelId="{5DA50A2A-C236-4B0A-8A27-F232C3FC7439}" type="presOf" srcId="{D5421E9A-17DE-4FBB-A6AE-AA665305C0EF}" destId="{208161C9-81EF-4A89-A3C2-78F04320B1D6}" srcOrd="0" destOrd="0" presId="urn:microsoft.com/office/officeart/2008/layout/LinedList"/>
    <dgm:cxn modelId="{9E36592A-FCD7-4DB9-8D81-2BC303F28F17}" type="presOf" srcId="{932E4237-96B9-4428-9CC4-CEE3999A295F}" destId="{80419E2B-0347-4CC5-BC72-0184F3FB734B}" srcOrd="0" destOrd="0" presId="urn:microsoft.com/office/officeart/2008/layout/LinedList"/>
    <dgm:cxn modelId="{781DC92B-50F5-4B8E-9295-3BCBCE82A987}" type="presOf" srcId="{02EBC982-C44F-46A6-835A-95D8C6AC1952}" destId="{FB126367-E086-45B7-9B8B-0B98A1058DFA}" srcOrd="0" destOrd="0" presId="urn:microsoft.com/office/officeart/2008/layout/LinedList"/>
    <dgm:cxn modelId="{713F9D2C-0B10-408C-B1D4-A6F459FA6E36}" type="presOf" srcId="{5D085ED6-40B3-489B-9BDB-613775645128}" destId="{94512D59-E90C-4427-8D20-A2CB3610D524}" srcOrd="0" destOrd="0" presId="urn:microsoft.com/office/officeart/2008/layout/LinedList"/>
    <dgm:cxn modelId="{04096A2F-F52F-447C-8F4A-15B14F9460A0}" srcId="{65F353CE-A87F-4C72-8120-BB51CE41C2E6}" destId="{11175523-B5E0-4870-BA8B-08389EF0866A}" srcOrd="2" destOrd="0" parTransId="{DC308C75-EF3F-4B29-A834-FE25C16C74B6}" sibTransId="{0D069238-C994-46B4-A00D-7D217F160F15}"/>
    <dgm:cxn modelId="{5723E535-31F5-4318-BE49-23E8DFA89AAF}" type="presOf" srcId="{65F353CE-A87F-4C72-8120-BB51CE41C2E6}" destId="{2ED65F8E-657C-472D-9013-D1FAEB4FBBC7}" srcOrd="0" destOrd="0" presId="urn:microsoft.com/office/officeart/2008/layout/LinedList"/>
    <dgm:cxn modelId="{8895BD5C-EA51-41AA-8D38-F17ADA170793}" type="presOf" srcId="{4C37BD2C-34EF-44B8-8195-0DFAD130769F}" destId="{46A38B1A-F2E2-4242-AE3F-7BAFD4EF8CCC}" srcOrd="0" destOrd="0" presId="urn:microsoft.com/office/officeart/2008/layout/LinedList"/>
    <dgm:cxn modelId="{C3322C46-8C6D-4A26-ADC5-1BE77ACFB6B6}" srcId="{65F353CE-A87F-4C72-8120-BB51CE41C2E6}" destId="{E448C545-1F39-4329-BB1A-FC7516F294B2}" srcOrd="4" destOrd="0" parTransId="{6F3F5E3A-4E14-4009-9D55-168C96C9AC3E}" sibTransId="{FB4EA612-03EB-48C7-AC4F-23637653A013}"/>
    <dgm:cxn modelId="{B92D4D46-DCFE-4F11-89B8-92EB46683C58}" srcId="{65F353CE-A87F-4C72-8120-BB51CE41C2E6}" destId="{885DE9A9-F22B-47F0-98D3-56A99351EF5D}" srcOrd="3" destOrd="0" parTransId="{AA812139-CB3C-4308-85B6-06D03760FAF7}" sibTransId="{3CB9E4F2-BC63-49AA-8EA8-C81B0D8E4A11}"/>
    <dgm:cxn modelId="{1A6D1B47-A1C6-453C-AE7D-B7EDA946D81C}" srcId="{65F353CE-A87F-4C72-8120-BB51CE41C2E6}" destId="{B0EB6497-30A4-4A02-B9D6-EC786E412015}" srcOrd="5" destOrd="0" parTransId="{0AD993EA-93E1-4075-8854-EEB9475FB0E1}" sibTransId="{912A8423-8871-4A36-8A7E-B51F91DB2257}"/>
    <dgm:cxn modelId="{8CFF437F-65C7-42BC-878B-663C0C9FBE97}" srcId="{CF19411F-9E79-4FD2-AB70-683286839A52}" destId="{932E4237-96B9-4428-9CC4-CEE3999A295F}" srcOrd="3" destOrd="0" parTransId="{F601CF6C-04A3-406B-A4EC-61CE9F0ACE54}" sibTransId="{54AC1EAE-5A5B-4EAC-A0F2-7742E0C5B592}"/>
    <dgm:cxn modelId="{5960718B-851C-4EAC-AE17-4FA7C673B5DB}" srcId="{9AD745C8-47F2-4839-942D-126C2A032158}" destId="{CF19411F-9E79-4FD2-AB70-683286839A52}" srcOrd="0" destOrd="0" parTransId="{CC7DC402-4D42-426D-A032-318ACA6F8D19}" sibTransId="{1D73C55C-537E-448C-8CFD-A5E596574153}"/>
    <dgm:cxn modelId="{BF6B768D-8DEA-4183-97AB-3C89EC89E3B0}" type="presOf" srcId="{B0EB6497-30A4-4A02-B9D6-EC786E412015}" destId="{E7ABC657-111A-4577-B0F0-DB0A4B6131A1}" srcOrd="0" destOrd="0" presId="urn:microsoft.com/office/officeart/2008/layout/LinedList"/>
    <dgm:cxn modelId="{AE3B2F9B-72FD-4A37-8259-F92557691322}" srcId="{9AD745C8-47F2-4839-942D-126C2A032158}" destId="{65F353CE-A87F-4C72-8120-BB51CE41C2E6}" srcOrd="1" destOrd="0" parTransId="{12DE2BB9-8D43-4DE2-87BE-B19013685687}" sibTransId="{6E8D51CA-922F-499C-A491-4A9999CAE1F3}"/>
    <dgm:cxn modelId="{481E51A0-6366-45EB-BB8A-7D1475DB31F6}" type="presOf" srcId="{5C1B139A-79CB-4E48-9ED2-D6C6F7219EC1}" destId="{0A00070F-E0CC-4962-8B76-B64AA386C327}" srcOrd="0" destOrd="0" presId="urn:microsoft.com/office/officeart/2008/layout/LinedList"/>
    <dgm:cxn modelId="{DC990CCD-85ED-4565-B0B4-3AB0C6BBA615}" srcId="{CF19411F-9E79-4FD2-AB70-683286839A52}" destId="{4C37BD2C-34EF-44B8-8195-0DFAD130769F}" srcOrd="1" destOrd="0" parTransId="{306F237F-292C-4551-8ED2-5DF95BB5B539}" sibTransId="{2C278E44-7013-437A-8611-4EE05AB7F9EA}"/>
    <dgm:cxn modelId="{2EA613CE-22BE-452A-B9B9-021990B509E6}" srcId="{65F353CE-A87F-4C72-8120-BB51CE41C2E6}" destId="{D5421E9A-17DE-4FBB-A6AE-AA665305C0EF}" srcOrd="0" destOrd="0" parTransId="{078F796D-5ECB-46E3-89A2-841C9C9069F6}" sibTransId="{3EBF3E95-25C1-4BE7-93FB-458BC314D90D}"/>
    <dgm:cxn modelId="{4EC8BCCE-97D8-4FBD-B2C0-E8457652DC63}" type="presOf" srcId="{CF19411F-9E79-4FD2-AB70-683286839A52}" destId="{1D86F943-1DD1-421A-AA0E-F25A6266642C}" srcOrd="0" destOrd="0" presId="urn:microsoft.com/office/officeart/2008/layout/LinedList"/>
    <dgm:cxn modelId="{BC9761DC-394D-4429-B07A-06EC533B0D29}" srcId="{65F353CE-A87F-4C72-8120-BB51CE41C2E6}" destId="{5D085ED6-40B3-489B-9BDB-613775645128}" srcOrd="1" destOrd="0" parTransId="{109F0238-A64D-490A-812B-FA7DBB8FD933}" sibTransId="{BE8744F7-44BE-491F-9988-714C57EEAB8C}"/>
    <dgm:cxn modelId="{77443CF6-D985-4E85-B6B9-3615250E3B23}" type="presOf" srcId="{885DE9A9-F22B-47F0-98D3-56A99351EF5D}" destId="{91A70C03-DF41-43EE-87E1-B6EF4D2526D4}" srcOrd="0" destOrd="0" presId="urn:microsoft.com/office/officeart/2008/layout/LinedList"/>
    <dgm:cxn modelId="{68EFA7F6-69BC-436C-8D80-E31ED10A8A63}" srcId="{CF19411F-9E79-4FD2-AB70-683286839A52}" destId="{5C1B139A-79CB-4E48-9ED2-D6C6F7219EC1}" srcOrd="0" destOrd="0" parTransId="{C7EADEF6-E8C2-41A5-B733-640D30303954}" sibTransId="{10496803-53B4-4F98-8FB3-7E1980B10D98}"/>
    <dgm:cxn modelId="{2551D8E0-CF29-4F53-B3B1-71D0CAEDF997}" type="presParOf" srcId="{1000067A-DD56-472A-8827-383BC7A4B507}" destId="{96F6C6ED-0827-471B-B62D-7C9DB38B8045}" srcOrd="0" destOrd="0" presId="urn:microsoft.com/office/officeart/2008/layout/LinedList"/>
    <dgm:cxn modelId="{D8340E8D-8A12-40C7-818A-D2FA2F1106B4}" type="presParOf" srcId="{1000067A-DD56-472A-8827-383BC7A4B507}" destId="{35C3DAEF-D899-4AC4-ADE8-16051451ED28}" srcOrd="1" destOrd="0" presId="urn:microsoft.com/office/officeart/2008/layout/LinedList"/>
    <dgm:cxn modelId="{9F31BA44-607A-476D-9E25-1544E28ADEA3}" type="presParOf" srcId="{35C3DAEF-D899-4AC4-ADE8-16051451ED28}" destId="{1D86F943-1DD1-421A-AA0E-F25A6266642C}" srcOrd="0" destOrd="0" presId="urn:microsoft.com/office/officeart/2008/layout/LinedList"/>
    <dgm:cxn modelId="{02C0A5AA-6A4E-4A2B-8B87-637EF9143080}" type="presParOf" srcId="{35C3DAEF-D899-4AC4-ADE8-16051451ED28}" destId="{FD9407B3-D1D7-4BFF-8025-2CE46B1755F8}" srcOrd="1" destOrd="0" presId="urn:microsoft.com/office/officeart/2008/layout/LinedList"/>
    <dgm:cxn modelId="{8ABAAF1B-D67D-4066-AC29-C168D17D8AE4}" type="presParOf" srcId="{FD9407B3-D1D7-4BFF-8025-2CE46B1755F8}" destId="{3C16B14A-4773-40F3-B8FA-A47FB361D2B3}" srcOrd="0" destOrd="0" presId="urn:microsoft.com/office/officeart/2008/layout/LinedList"/>
    <dgm:cxn modelId="{66F0310E-73C3-4AD3-B290-DE5D1E6C4117}" type="presParOf" srcId="{FD9407B3-D1D7-4BFF-8025-2CE46B1755F8}" destId="{B0931DCF-879E-4857-9FE2-AB91D0C489C9}" srcOrd="1" destOrd="0" presId="urn:microsoft.com/office/officeart/2008/layout/LinedList"/>
    <dgm:cxn modelId="{32BB7090-8E58-4BF1-92B0-76D357310C69}" type="presParOf" srcId="{B0931DCF-879E-4857-9FE2-AB91D0C489C9}" destId="{263F3408-2F88-405C-B021-CDD2CC69D3C2}" srcOrd="0" destOrd="0" presId="urn:microsoft.com/office/officeart/2008/layout/LinedList"/>
    <dgm:cxn modelId="{CCDB7944-793B-4815-90BA-B2FC2C0998F2}" type="presParOf" srcId="{B0931DCF-879E-4857-9FE2-AB91D0C489C9}" destId="{0A00070F-E0CC-4962-8B76-B64AA386C327}" srcOrd="1" destOrd="0" presId="urn:microsoft.com/office/officeart/2008/layout/LinedList"/>
    <dgm:cxn modelId="{6BA25034-E0B0-48DF-93D7-302CEF22AB83}" type="presParOf" srcId="{B0931DCF-879E-4857-9FE2-AB91D0C489C9}" destId="{F4509B41-27BF-42B6-BE9C-1CE52FAB0B11}" srcOrd="2" destOrd="0" presId="urn:microsoft.com/office/officeart/2008/layout/LinedList"/>
    <dgm:cxn modelId="{92C859C5-1577-41D4-BC64-14F95CFF1535}" type="presParOf" srcId="{FD9407B3-D1D7-4BFF-8025-2CE46B1755F8}" destId="{0F7BFDFB-6F36-43A3-BA94-89394461B51A}" srcOrd="2" destOrd="0" presId="urn:microsoft.com/office/officeart/2008/layout/LinedList"/>
    <dgm:cxn modelId="{F6F52E48-0318-4DBE-99A4-136964A2EAB3}" type="presParOf" srcId="{FD9407B3-D1D7-4BFF-8025-2CE46B1755F8}" destId="{CC240764-2556-4FA1-BF0F-363F7AF5973A}" srcOrd="3" destOrd="0" presId="urn:microsoft.com/office/officeart/2008/layout/LinedList"/>
    <dgm:cxn modelId="{5134FECF-B952-4DE4-BC7F-5A9EA9922B92}" type="presParOf" srcId="{FD9407B3-D1D7-4BFF-8025-2CE46B1755F8}" destId="{178A3C70-6326-4D4A-A0DD-0AD116EBA9E7}" srcOrd="4" destOrd="0" presId="urn:microsoft.com/office/officeart/2008/layout/LinedList"/>
    <dgm:cxn modelId="{370D61C2-6F39-4756-B8E5-FAA7A4DBC9CB}" type="presParOf" srcId="{178A3C70-6326-4D4A-A0DD-0AD116EBA9E7}" destId="{8774D5E8-6B84-4F39-9478-A8AB75ED5EAA}" srcOrd="0" destOrd="0" presId="urn:microsoft.com/office/officeart/2008/layout/LinedList"/>
    <dgm:cxn modelId="{67B1F473-2301-44D1-8377-0A592556FA70}" type="presParOf" srcId="{178A3C70-6326-4D4A-A0DD-0AD116EBA9E7}" destId="{46A38B1A-F2E2-4242-AE3F-7BAFD4EF8CCC}" srcOrd="1" destOrd="0" presId="urn:microsoft.com/office/officeart/2008/layout/LinedList"/>
    <dgm:cxn modelId="{53578D70-A371-4201-B09D-6445BA2BC14D}" type="presParOf" srcId="{178A3C70-6326-4D4A-A0DD-0AD116EBA9E7}" destId="{CF4EFE6D-7E4E-4A8F-BD3C-F80482BE562A}" srcOrd="2" destOrd="0" presId="urn:microsoft.com/office/officeart/2008/layout/LinedList"/>
    <dgm:cxn modelId="{95651036-E384-4002-9F0C-BAB64D064C8A}" type="presParOf" srcId="{FD9407B3-D1D7-4BFF-8025-2CE46B1755F8}" destId="{9EFEA37B-8E35-4045-9748-705F0CE2CF5D}" srcOrd="5" destOrd="0" presId="urn:microsoft.com/office/officeart/2008/layout/LinedList"/>
    <dgm:cxn modelId="{75764E98-0467-4DA4-91C1-C65B43A17D94}" type="presParOf" srcId="{FD9407B3-D1D7-4BFF-8025-2CE46B1755F8}" destId="{7418CB93-069C-4CDC-9502-BE84306F6B15}" srcOrd="6" destOrd="0" presId="urn:microsoft.com/office/officeart/2008/layout/LinedList"/>
    <dgm:cxn modelId="{6DF0E589-64E5-481B-8981-29E4A146078A}" type="presParOf" srcId="{FD9407B3-D1D7-4BFF-8025-2CE46B1755F8}" destId="{8F432D1F-C78E-4930-8360-F916F279CC71}" srcOrd="7" destOrd="0" presId="urn:microsoft.com/office/officeart/2008/layout/LinedList"/>
    <dgm:cxn modelId="{FB755B68-B7AD-4CD6-A909-B71B5651B900}" type="presParOf" srcId="{8F432D1F-C78E-4930-8360-F916F279CC71}" destId="{3E148C26-C0BD-41FC-AD9C-C3048E42EF2D}" srcOrd="0" destOrd="0" presId="urn:microsoft.com/office/officeart/2008/layout/LinedList"/>
    <dgm:cxn modelId="{E3CD64E2-1FF0-4F97-9500-1F866111D21B}" type="presParOf" srcId="{8F432D1F-C78E-4930-8360-F916F279CC71}" destId="{FB126367-E086-45B7-9B8B-0B98A1058DFA}" srcOrd="1" destOrd="0" presId="urn:microsoft.com/office/officeart/2008/layout/LinedList"/>
    <dgm:cxn modelId="{184B2BCE-0D04-4D14-8A70-2FF7C4960DA4}" type="presParOf" srcId="{8F432D1F-C78E-4930-8360-F916F279CC71}" destId="{C86D3463-9315-448F-86C5-7FB0FA6D0A3A}" srcOrd="2" destOrd="0" presId="urn:microsoft.com/office/officeart/2008/layout/LinedList"/>
    <dgm:cxn modelId="{D1B08E8C-774D-4807-B23E-8720371E80EB}" type="presParOf" srcId="{FD9407B3-D1D7-4BFF-8025-2CE46B1755F8}" destId="{95A7B63F-EF65-4AA2-84A3-6A3BDA374B34}" srcOrd="8" destOrd="0" presId="urn:microsoft.com/office/officeart/2008/layout/LinedList"/>
    <dgm:cxn modelId="{4D2AF07D-8A56-4953-9598-8386A2473726}" type="presParOf" srcId="{FD9407B3-D1D7-4BFF-8025-2CE46B1755F8}" destId="{611A97E4-4569-43AE-8236-5F80B8EBE867}" srcOrd="9" destOrd="0" presId="urn:microsoft.com/office/officeart/2008/layout/LinedList"/>
    <dgm:cxn modelId="{5454AD18-0ECB-4A2D-B5E1-CF6A39D981A1}" type="presParOf" srcId="{FD9407B3-D1D7-4BFF-8025-2CE46B1755F8}" destId="{F3130BC0-BDEE-4956-A388-DD352F842CF5}" srcOrd="10" destOrd="0" presId="urn:microsoft.com/office/officeart/2008/layout/LinedList"/>
    <dgm:cxn modelId="{8E245A85-A984-4774-8E4D-FBA62BB88924}" type="presParOf" srcId="{F3130BC0-BDEE-4956-A388-DD352F842CF5}" destId="{589E0724-E2C7-4848-9009-B9B0FE49FABC}" srcOrd="0" destOrd="0" presId="urn:microsoft.com/office/officeart/2008/layout/LinedList"/>
    <dgm:cxn modelId="{06F88DDD-6530-49C8-ACC5-E44861DA85E2}" type="presParOf" srcId="{F3130BC0-BDEE-4956-A388-DD352F842CF5}" destId="{80419E2B-0347-4CC5-BC72-0184F3FB734B}" srcOrd="1" destOrd="0" presId="urn:microsoft.com/office/officeart/2008/layout/LinedList"/>
    <dgm:cxn modelId="{2C9158EC-B26A-484F-8D27-FD3642361BD8}" type="presParOf" srcId="{F3130BC0-BDEE-4956-A388-DD352F842CF5}" destId="{1E3E5884-AE14-4D9D-AD7F-4964DC274A3A}" srcOrd="2" destOrd="0" presId="urn:microsoft.com/office/officeart/2008/layout/LinedList"/>
    <dgm:cxn modelId="{931CA3D5-8973-4AC6-9D23-5A616BBFBCD9}" type="presParOf" srcId="{FD9407B3-D1D7-4BFF-8025-2CE46B1755F8}" destId="{F16BCC97-F4CF-4ADA-8F09-6F3B7417ADA9}" srcOrd="11" destOrd="0" presId="urn:microsoft.com/office/officeart/2008/layout/LinedList"/>
    <dgm:cxn modelId="{89D4F0E8-1241-4B85-8930-743A327D7E84}" type="presParOf" srcId="{FD9407B3-D1D7-4BFF-8025-2CE46B1755F8}" destId="{6BEE8C22-315F-4CF4-9372-DD05FDD2EAFB}" srcOrd="12" destOrd="0" presId="urn:microsoft.com/office/officeart/2008/layout/LinedList"/>
    <dgm:cxn modelId="{C2BF1CD9-9BEC-4CA9-9024-9873417F58F7}" type="presParOf" srcId="{1000067A-DD56-472A-8827-383BC7A4B507}" destId="{07B07325-1A42-478E-9198-4117B350D0AA}" srcOrd="2" destOrd="0" presId="urn:microsoft.com/office/officeart/2008/layout/LinedList"/>
    <dgm:cxn modelId="{1B649C16-F733-4D6A-9D6F-7473EA02100C}" type="presParOf" srcId="{1000067A-DD56-472A-8827-383BC7A4B507}" destId="{D7C3E36F-42D0-4731-A0F4-80DF0D22835D}" srcOrd="3" destOrd="0" presId="urn:microsoft.com/office/officeart/2008/layout/LinedList"/>
    <dgm:cxn modelId="{0EF220D9-C226-419E-A0B5-99608A9CEC05}" type="presParOf" srcId="{D7C3E36F-42D0-4731-A0F4-80DF0D22835D}" destId="{2ED65F8E-657C-472D-9013-D1FAEB4FBBC7}" srcOrd="0" destOrd="0" presId="urn:microsoft.com/office/officeart/2008/layout/LinedList"/>
    <dgm:cxn modelId="{47BDE9B1-9480-42C8-B375-3DFB81CC5884}" type="presParOf" srcId="{D7C3E36F-42D0-4731-A0F4-80DF0D22835D}" destId="{3C6AC962-0FAC-48EE-8DD3-8946369DA7D2}" srcOrd="1" destOrd="0" presId="urn:microsoft.com/office/officeart/2008/layout/LinedList"/>
    <dgm:cxn modelId="{D541042C-EBF8-4ABE-8A60-B964DCAF6E14}" type="presParOf" srcId="{3C6AC962-0FAC-48EE-8DD3-8946369DA7D2}" destId="{394C4518-C3CC-4BE9-B51A-0246D0718357}" srcOrd="0" destOrd="0" presId="urn:microsoft.com/office/officeart/2008/layout/LinedList"/>
    <dgm:cxn modelId="{6F06872A-EBEB-4CF7-9BDC-00DBFED71740}" type="presParOf" srcId="{3C6AC962-0FAC-48EE-8DD3-8946369DA7D2}" destId="{D840EAD7-6975-42DC-A0CC-54A29F6ECD7D}" srcOrd="1" destOrd="0" presId="urn:microsoft.com/office/officeart/2008/layout/LinedList"/>
    <dgm:cxn modelId="{D8A44EA1-37E9-4AA8-A827-546C21DE9AAE}" type="presParOf" srcId="{D840EAD7-6975-42DC-A0CC-54A29F6ECD7D}" destId="{82453F04-FA24-4091-9A7A-75BB4B4BB696}" srcOrd="0" destOrd="0" presId="urn:microsoft.com/office/officeart/2008/layout/LinedList"/>
    <dgm:cxn modelId="{B6450BA4-0550-42BB-BAA7-597CD6188344}" type="presParOf" srcId="{D840EAD7-6975-42DC-A0CC-54A29F6ECD7D}" destId="{208161C9-81EF-4A89-A3C2-78F04320B1D6}" srcOrd="1" destOrd="0" presId="urn:microsoft.com/office/officeart/2008/layout/LinedList"/>
    <dgm:cxn modelId="{2AA58BDE-0EF1-42B2-9820-14FA862CA8F1}" type="presParOf" srcId="{D840EAD7-6975-42DC-A0CC-54A29F6ECD7D}" destId="{6ECE8ECF-714B-4DEF-9083-8034413C508A}" srcOrd="2" destOrd="0" presId="urn:microsoft.com/office/officeart/2008/layout/LinedList"/>
    <dgm:cxn modelId="{C4A3A61A-9C53-4BCF-A032-76CDAFCA9CF9}" type="presParOf" srcId="{3C6AC962-0FAC-48EE-8DD3-8946369DA7D2}" destId="{7B896371-4630-43BB-91DD-D6EB59F9FED1}" srcOrd="2" destOrd="0" presId="urn:microsoft.com/office/officeart/2008/layout/LinedList"/>
    <dgm:cxn modelId="{13F223B0-8453-44D8-B430-AEB5DFA7F7F8}" type="presParOf" srcId="{3C6AC962-0FAC-48EE-8DD3-8946369DA7D2}" destId="{81FA7567-50E0-45BC-A995-1C27C2F08D94}" srcOrd="3" destOrd="0" presId="urn:microsoft.com/office/officeart/2008/layout/LinedList"/>
    <dgm:cxn modelId="{BC08699B-595D-4009-A7E3-3FAC5DF49C55}" type="presParOf" srcId="{3C6AC962-0FAC-48EE-8DD3-8946369DA7D2}" destId="{3436D925-6A26-473D-ADA1-62B95E3056BC}" srcOrd="4" destOrd="0" presId="urn:microsoft.com/office/officeart/2008/layout/LinedList"/>
    <dgm:cxn modelId="{8A8D8ED0-929B-4721-A804-1E9D6FD38D34}" type="presParOf" srcId="{3436D925-6A26-473D-ADA1-62B95E3056BC}" destId="{1B2266DF-AD58-405B-9A43-8EA43C12AB91}" srcOrd="0" destOrd="0" presId="urn:microsoft.com/office/officeart/2008/layout/LinedList"/>
    <dgm:cxn modelId="{04B43F9F-1AC3-42D0-861B-759696DCB84B}" type="presParOf" srcId="{3436D925-6A26-473D-ADA1-62B95E3056BC}" destId="{94512D59-E90C-4427-8D20-A2CB3610D524}" srcOrd="1" destOrd="0" presId="urn:microsoft.com/office/officeart/2008/layout/LinedList"/>
    <dgm:cxn modelId="{C97C19B5-2E42-4A7A-B109-062823DA38B6}" type="presParOf" srcId="{3436D925-6A26-473D-ADA1-62B95E3056BC}" destId="{C27F0772-A053-4BF9-BDC7-3404F61018A6}" srcOrd="2" destOrd="0" presId="urn:microsoft.com/office/officeart/2008/layout/LinedList"/>
    <dgm:cxn modelId="{46AFCBEE-E9AA-4C47-A436-CC3516447FEA}" type="presParOf" srcId="{3C6AC962-0FAC-48EE-8DD3-8946369DA7D2}" destId="{A2F2EEC8-1D2E-4517-9B0B-5EAF27253301}" srcOrd="5" destOrd="0" presId="urn:microsoft.com/office/officeart/2008/layout/LinedList"/>
    <dgm:cxn modelId="{06B6D7D7-7A28-41F7-8DF4-191B17199DC5}" type="presParOf" srcId="{3C6AC962-0FAC-48EE-8DD3-8946369DA7D2}" destId="{B4634AE8-AD24-4D8C-A892-98B53F962056}" srcOrd="6" destOrd="0" presId="urn:microsoft.com/office/officeart/2008/layout/LinedList"/>
    <dgm:cxn modelId="{7A56F2AC-D985-4BE9-8A26-33EB913A27B7}" type="presParOf" srcId="{3C6AC962-0FAC-48EE-8DD3-8946369DA7D2}" destId="{A4A6D59D-B910-4C74-871F-564CD5809B47}" srcOrd="7" destOrd="0" presId="urn:microsoft.com/office/officeart/2008/layout/LinedList"/>
    <dgm:cxn modelId="{25187CCC-348E-42BA-BA76-C7964C37794C}" type="presParOf" srcId="{A4A6D59D-B910-4C74-871F-564CD5809B47}" destId="{4BA3A99E-CC98-4202-89BE-BF2F55DA7FEA}" srcOrd="0" destOrd="0" presId="urn:microsoft.com/office/officeart/2008/layout/LinedList"/>
    <dgm:cxn modelId="{BC45B9E6-2FDB-452F-9EF3-8216A6072C5E}" type="presParOf" srcId="{A4A6D59D-B910-4C74-871F-564CD5809B47}" destId="{3B872C64-02F3-40D5-954D-DC5AEFFEE459}" srcOrd="1" destOrd="0" presId="urn:microsoft.com/office/officeart/2008/layout/LinedList"/>
    <dgm:cxn modelId="{CEC6DEC1-DBC2-419B-809D-89820116EAA6}" type="presParOf" srcId="{A4A6D59D-B910-4C74-871F-564CD5809B47}" destId="{ED5F4623-DEBB-4751-B274-C6CF9A11011B}" srcOrd="2" destOrd="0" presId="urn:microsoft.com/office/officeart/2008/layout/LinedList"/>
    <dgm:cxn modelId="{C0A06B99-684F-4E8F-B69C-2E5D96AB5FD2}" type="presParOf" srcId="{3C6AC962-0FAC-48EE-8DD3-8946369DA7D2}" destId="{8A457C2F-01B6-499C-8E3B-1CBEF007023A}" srcOrd="8" destOrd="0" presId="urn:microsoft.com/office/officeart/2008/layout/LinedList"/>
    <dgm:cxn modelId="{8C6DA81E-05D7-4E86-89D8-2A045232C17D}" type="presParOf" srcId="{3C6AC962-0FAC-48EE-8DD3-8946369DA7D2}" destId="{AEF39E42-7AC9-4EA8-A1B0-320EA9CA09C2}" srcOrd="9" destOrd="0" presId="urn:microsoft.com/office/officeart/2008/layout/LinedList"/>
    <dgm:cxn modelId="{C818DDF0-3300-450D-A522-A4E067CEE1DE}" type="presParOf" srcId="{3C6AC962-0FAC-48EE-8DD3-8946369DA7D2}" destId="{A642D65F-3E7E-4BFD-8A35-38378AAE2396}" srcOrd="10" destOrd="0" presId="urn:microsoft.com/office/officeart/2008/layout/LinedList"/>
    <dgm:cxn modelId="{A54C60D5-69CC-438F-8183-1120FE296A4E}" type="presParOf" srcId="{A642D65F-3E7E-4BFD-8A35-38378AAE2396}" destId="{7055B73E-1DCE-43FC-A7CC-303FA7F41E6A}" srcOrd="0" destOrd="0" presId="urn:microsoft.com/office/officeart/2008/layout/LinedList"/>
    <dgm:cxn modelId="{8C7D1020-387D-4906-B8E8-368F6FE2A9E4}" type="presParOf" srcId="{A642D65F-3E7E-4BFD-8A35-38378AAE2396}" destId="{91A70C03-DF41-43EE-87E1-B6EF4D2526D4}" srcOrd="1" destOrd="0" presId="urn:microsoft.com/office/officeart/2008/layout/LinedList"/>
    <dgm:cxn modelId="{242D90E6-96B4-400B-9625-42BDA463CB22}" type="presParOf" srcId="{A642D65F-3E7E-4BFD-8A35-38378AAE2396}" destId="{7C9C5BB1-9BC4-4400-BFAF-439663A41F64}" srcOrd="2" destOrd="0" presId="urn:microsoft.com/office/officeart/2008/layout/LinedList"/>
    <dgm:cxn modelId="{9E0ABA84-E426-4BFE-9720-2B63BF764BBB}" type="presParOf" srcId="{3C6AC962-0FAC-48EE-8DD3-8946369DA7D2}" destId="{41AD079C-A498-442C-9350-57D55060C56A}" srcOrd="11" destOrd="0" presId="urn:microsoft.com/office/officeart/2008/layout/LinedList"/>
    <dgm:cxn modelId="{9ED25F04-7886-49C6-9E83-485F0EEC62B9}" type="presParOf" srcId="{3C6AC962-0FAC-48EE-8DD3-8946369DA7D2}" destId="{E81EBC89-4923-4CE6-B954-E15EAE1ECC46}" srcOrd="12" destOrd="0" presId="urn:microsoft.com/office/officeart/2008/layout/LinedList"/>
    <dgm:cxn modelId="{6E57B372-26B6-496C-91BF-27D22E515C37}" type="presParOf" srcId="{3C6AC962-0FAC-48EE-8DD3-8946369DA7D2}" destId="{47FC00E8-FBA5-4EA0-B05B-2B684E456372}" srcOrd="13" destOrd="0" presId="urn:microsoft.com/office/officeart/2008/layout/LinedList"/>
    <dgm:cxn modelId="{B22F3ADA-F121-4980-9CC7-5F1021CDA518}" type="presParOf" srcId="{47FC00E8-FBA5-4EA0-B05B-2B684E456372}" destId="{436E5941-F7E9-4B7F-92C8-B68734D5ECDE}" srcOrd="0" destOrd="0" presId="urn:microsoft.com/office/officeart/2008/layout/LinedList"/>
    <dgm:cxn modelId="{217D8068-FE2B-4F40-88C1-28AA2695DFBC}" type="presParOf" srcId="{47FC00E8-FBA5-4EA0-B05B-2B684E456372}" destId="{B68B3B12-CBFD-4588-904A-AC7CDBE7AB9B}" srcOrd="1" destOrd="0" presId="urn:microsoft.com/office/officeart/2008/layout/LinedList"/>
    <dgm:cxn modelId="{8433B1C7-CA83-42A1-9F8F-F6A3C7B0DD10}" type="presParOf" srcId="{47FC00E8-FBA5-4EA0-B05B-2B684E456372}" destId="{53A24AA6-7440-4266-BADB-18EF42C3ADA1}" srcOrd="2" destOrd="0" presId="urn:microsoft.com/office/officeart/2008/layout/LinedList"/>
    <dgm:cxn modelId="{B876056F-2C91-4B19-A3A4-DD64C667A9B0}" type="presParOf" srcId="{3C6AC962-0FAC-48EE-8DD3-8946369DA7D2}" destId="{D9C3816A-B8F5-4680-B647-44D032A0BBBE}" srcOrd="14" destOrd="0" presId="urn:microsoft.com/office/officeart/2008/layout/LinedList"/>
    <dgm:cxn modelId="{41B1311B-0E0F-4AC7-A9DD-C60E430ECD99}" type="presParOf" srcId="{3C6AC962-0FAC-48EE-8DD3-8946369DA7D2}" destId="{119A9514-FF63-4A12-8D76-D04737ADCDBB}" srcOrd="15" destOrd="0" presId="urn:microsoft.com/office/officeart/2008/layout/LinedList"/>
    <dgm:cxn modelId="{F9D4E04D-4B2F-4065-978C-95C7F741F2A5}" type="presParOf" srcId="{3C6AC962-0FAC-48EE-8DD3-8946369DA7D2}" destId="{08391446-67B0-4198-9349-48247A931395}" srcOrd="16" destOrd="0" presId="urn:microsoft.com/office/officeart/2008/layout/LinedList"/>
    <dgm:cxn modelId="{B88594D1-5ABD-450A-A158-A588CFF9333E}" type="presParOf" srcId="{08391446-67B0-4198-9349-48247A931395}" destId="{8EBB4CB9-A4F7-4B22-9090-C53DB432013C}" srcOrd="0" destOrd="0" presId="urn:microsoft.com/office/officeart/2008/layout/LinedList"/>
    <dgm:cxn modelId="{13B5F080-0B72-4826-910F-CD024758BBFB}" type="presParOf" srcId="{08391446-67B0-4198-9349-48247A931395}" destId="{E7ABC657-111A-4577-B0F0-DB0A4B6131A1}" srcOrd="1" destOrd="0" presId="urn:microsoft.com/office/officeart/2008/layout/LinedList"/>
    <dgm:cxn modelId="{F7E2D11E-397C-47F6-97AE-3E56DCDB0F71}" type="presParOf" srcId="{08391446-67B0-4198-9349-48247A931395}" destId="{35276CDF-6A71-4A69-9A25-195D96850C89}" srcOrd="2" destOrd="0" presId="urn:microsoft.com/office/officeart/2008/layout/LinedList"/>
    <dgm:cxn modelId="{E6088419-307C-4F0A-8613-6B45DED253ED}" type="presParOf" srcId="{3C6AC962-0FAC-48EE-8DD3-8946369DA7D2}" destId="{C046A94C-C9CD-4B4C-99C3-D78DBEF21DAA}" srcOrd="17" destOrd="0" presId="urn:microsoft.com/office/officeart/2008/layout/LinedList"/>
    <dgm:cxn modelId="{6499B097-A052-4C8A-AD7A-C07788E0433F}" type="presParOf" srcId="{3C6AC962-0FAC-48EE-8DD3-8946369DA7D2}" destId="{E365D01A-278D-4EA2-9144-35E4C2F30A2E}" srcOrd="18"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6073E5-0D95-45FE-8086-879EB20081C1}" type="doc">
      <dgm:prSet loTypeId="urn:microsoft.com/office/officeart/2005/8/layout/orgChart1" loCatId="hierarchy" qsTypeId="urn:microsoft.com/office/officeart/2005/8/quickstyle/simple2" qsCatId="simple" csTypeId="urn:microsoft.com/office/officeart/2005/8/colors/colorful3" csCatId="colorful" phldr="1"/>
      <dgm:spPr/>
      <dgm:t>
        <a:bodyPr/>
        <a:lstStyle/>
        <a:p>
          <a:endParaRPr lang="ru-RU"/>
        </a:p>
      </dgm:t>
    </dgm:pt>
    <dgm:pt modelId="{4FC9E995-D15F-4C86-A950-2CA692652CA7}">
      <dgm:prSet custT="1"/>
      <dgm:spPr/>
      <dgm:t>
        <a:bodyPr/>
        <a:lstStyle/>
        <a:p>
          <a:r>
            <a:rPr lang="ru-RU" sz="2400" b="1" dirty="0"/>
            <a:t>Инструменты визуализации данных</a:t>
          </a:r>
        </a:p>
      </dgm:t>
    </dgm:pt>
    <dgm:pt modelId="{EF6487EB-B262-43F0-9450-CA09EFED0A64}" type="parTrans" cxnId="{E3387B7B-F7D7-44BC-A25A-2C44F86C5466}">
      <dgm:prSet/>
      <dgm:spPr/>
      <dgm:t>
        <a:bodyPr/>
        <a:lstStyle/>
        <a:p>
          <a:endParaRPr lang="ru-RU"/>
        </a:p>
      </dgm:t>
    </dgm:pt>
    <dgm:pt modelId="{2D94D71A-D208-4174-9F43-358864C83C0B}" type="sibTrans" cxnId="{E3387B7B-F7D7-44BC-A25A-2C44F86C5466}">
      <dgm:prSet/>
      <dgm:spPr/>
      <dgm:t>
        <a:bodyPr/>
        <a:lstStyle/>
        <a:p>
          <a:endParaRPr lang="ru-RU"/>
        </a:p>
      </dgm:t>
    </dgm:pt>
    <dgm:pt modelId="{0CF06C97-FDF4-4490-AD5D-08B4F4AE8E54}">
      <dgm:prSet custT="1"/>
      <dgm:spPr/>
      <dgm:t>
        <a:bodyPr/>
        <a:lstStyle/>
        <a:p>
          <a:r>
            <a:rPr lang="ru-RU" sz="2400" b="1" dirty="0"/>
            <a:t>На облаке</a:t>
          </a:r>
        </a:p>
      </dgm:t>
    </dgm:pt>
    <dgm:pt modelId="{A3A09390-4B99-404E-8F58-8D3487BE57D9}" type="parTrans" cxnId="{23415FA5-F18D-46AB-9856-A47CE7EB8323}">
      <dgm:prSet/>
      <dgm:spPr/>
      <dgm:t>
        <a:bodyPr/>
        <a:lstStyle/>
        <a:p>
          <a:endParaRPr lang="ru-RU"/>
        </a:p>
      </dgm:t>
    </dgm:pt>
    <dgm:pt modelId="{E2049DBF-755C-4B27-9F24-6EA67D4E9DB3}" type="sibTrans" cxnId="{23415FA5-F18D-46AB-9856-A47CE7EB8323}">
      <dgm:prSet/>
      <dgm:spPr/>
      <dgm:t>
        <a:bodyPr/>
        <a:lstStyle/>
        <a:p>
          <a:endParaRPr lang="ru-RU"/>
        </a:p>
      </dgm:t>
    </dgm:pt>
    <dgm:pt modelId="{79AAD7A9-59FD-4B38-8112-3A474A3C6E7E}">
      <dgm:prSet custT="1"/>
      <dgm:spPr/>
      <dgm:t>
        <a:bodyPr/>
        <a:lstStyle/>
        <a:p>
          <a:r>
            <a:rPr lang="en-US" sz="2400" b="1" dirty="0"/>
            <a:t>Tableau Public</a:t>
          </a:r>
          <a:endParaRPr lang="ru-RU" sz="2400" b="1" dirty="0"/>
        </a:p>
      </dgm:t>
    </dgm:pt>
    <dgm:pt modelId="{9D8EDE61-C6CF-4A55-AA47-7BB92F0F37BB}" type="parTrans" cxnId="{DE772B84-02AE-4D8E-99AE-791B92948A9B}">
      <dgm:prSet/>
      <dgm:spPr/>
      <dgm:t>
        <a:bodyPr/>
        <a:lstStyle/>
        <a:p>
          <a:endParaRPr lang="ru-RU"/>
        </a:p>
      </dgm:t>
    </dgm:pt>
    <dgm:pt modelId="{302CDFCD-611F-4535-89A9-9984D8288608}" type="sibTrans" cxnId="{DE772B84-02AE-4D8E-99AE-791B92948A9B}">
      <dgm:prSet/>
      <dgm:spPr/>
      <dgm:t>
        <a:bodyPr/>
        <a:lstStyle/>
        <a:p>
          <a:endParaRPr lang="ru-RU"/>
        </a:p>
      </dgm:t>
    </dgm:pt>
    <dgm:pt modelId="{67D7D729-AEA3-41EA-A406-8AA9FE5EDDE0}">
      <dgm:prSet custT="1"/>
      <dgm:spPr/>
      <dgm:t>
        <a:bodyPr/>
        <a:lstStyle/>
        <a:p>
          <a:r>
            <a:rPr lang="en-US" sz="2400" b="1" dirty="0"/>
            <a:t>Google Charts</a:t>
          </a:r>
          <a:endParaRPr lang="ru-RU" sz="2400" b="1" dirty="0"/>
        </a:p>
      </dgm:t>
    </dgm:pt>
    <dgm:pt modelId="{B47CD30A-3871-411D-9533-473BE84E50D6}" type="parTrans" cxnId="{850DDF03-68B4-4BAA-BB2C-0BE555302953}">
      <dgm:prSet/>
      <dgm:spPr/>
      <dgm:t>
        <a:bodyPr/>
        <a:lstStyle/>
        <a:p>
          <a:endParaRPr lang="ru-RU"/>
        </a:p>
      </dgm:t>
    </dgm:pt>
    <dgm:pt modelId="{64C31D60-7968-43A6-B589-3C7F743F40AD}" type="sibTrans" cxnId="{850DDF03-68B4-4BAA-BB2C-0BE555302953}">
      <dgm:prSet/>
      <dgm:spPr/>
      <dgm:t>
        <a:bodyPr/>
        <a:lstStyle/>
        <a:p>
          <a:endParaRPr lang="ru-RU"/>
        </a:p>
      </dgm:t>
    </dgm:pt>
    <dgm:pt modelId="{8A16BABA-2F0B-4C22-BAED-F85E795058DD}">
      <dgm:prSet custT="1"/>
      <dgm:spPr/>
      <dgm:t>
        <a:bodyPr/>
        <a:lstStyle/>
        <a:p>
          <a:r>
            <a:rPr lang="en-US" sz="2400" b="1" dirty="0"/>
            <a:t>Yandex </a:t>
          </a:r>
          <a:r>
            <a:rPr lang="en-US" sz="2400" b="1" dirty="0" err="1"/>
            <a:t>DataLens</a:t>
          </a:r>
          <a:endParaRPr lang="ru-RU" sz="2400" b="1" dirty="0"/>
        </a:p>
      </dgm:t>
    </dgm:pt>
    <dgm:pt modelId="{619B097A-AABB-44A5-8CE0-6D8CBD906317}" type="parTrans" cxnId="{0DF13B26-AFE6-43DD-B7D5-0A6B4730061C}">
      <dgm:prSet/>
      <dgm:spPr/>
      <dgm:t>
        <a:bodyPr/>
        <a:lstStyle/>
        <a:p>
          <a:endParaRPr lang="ru-RU"/>
        </a:p>
      </dgm:t>
    </dgm:pt>
    <dgm:pt modelId="{2DFAD872-6F72-440C-BAF8-AF75F777142E}" type="sibTrans" cxnId="{0DF13B26-AFE6-43DD-B7D5-0A6B4730061C}">
      <dgm:prSet/>
      <dgm:spPr/>
      <dgm:t>
        <a:bodyPr/>
        <a:lstStyle/>
        <a:p>
          <a:endParaRPr lang="ru-RU"/>
        </a:p>
      </dgm:t>
    </dgm:pt>
    <dgm:pt modelId="{2FE58334-E1DF-47AA-B0B8-900F56094907}">
      <dgm:prSet custT="1"/>
      <dgm:spPr/>
      <dgm:t>
        <a:bodyPr/>
        <a:lstStyle/>
        <a:p>
          <a:r>
            <a:rPr lang="en-US" sz="2400" b="1" dirty="0" err="1"/>
            <a:t>Plotly</a:t>
          </a:r>
          <a:r>
            <a:rPr lang="en-US" sz="2400" b="1" dirty="0"/>
            <a:t> Dash</a:t>
          </a:r>
          <a:endParaRPr lang="ru-RU" sz="2400" b="1" dirty="0"/>
        </a:p>
      </dgm:t>
    </dgm:pt>
    <dgm:pt modelId="{21D7B606-3D30-4944-AC29-D16724E7F440}" type="parTrans" cxnId="{99851EF6-2AD9-4BAE-8391-8029F70A93F5}">
      <dgm:prSet/>
      <dgm:spPr/>
      <dgm:t>
        <a:bodyPr/>
        <a:lstStyle/>
        <a:p>
          <a:endParaRPr lang="ru-RU"/>
        </a:p>
      </dgm:t>
    </dgm:pt>
    <dgm:pt modelId="{C2108B79-F03D-421E-A34B-958E934754A9}" type="sibTrans" cxnId="{99851EF6-2AD9-4BAE-8391-8029F70A93F5}">
      <dgm:prSet/>
      <dgm:spPr/>
      <dgm:t>
        <a:bodyPr/>
        <a:lstStyle/>
        <a:p>
          <a:endParaRPr lang="ru-RU"/>
        </a:p>
      </dgm:t>
    </dgm:pt>
    <dgm:pt modelId="{87944407-AEA9-433D-BF94-23B7573EB2F7}">
      <dgm:prSet custT="1"/>
      <dgm:spPr/>
      <dgm:t>
        <a:bodyPr/>
        <a:lstStyle/>
        <a:p>
          <a:r>
            <a:rPr lang="en-US" sz="2400" b="1" dirty="0" err="1"/>
            <a:t>Infogram</a:t>
          </a:r>
          <a:endParaRPr lang="ru-RU" sz="2400" b="1" dirty="0"/>
        </a:p>
      </dgm:t>
    </dgm:pt>
    <dgm:pt modelId="{3036DA79-3036-43DA-8C31-D612FB3709D6}" type="parTrans" cxnId="{473A9769-68D5-4803-A5B4-34DB45B76046}">
      <dgm:prSet/>
      <dgm:spPr/>
      <dgm:t>
        <a:bodyPr/>
        <a:lstStyle/>
        <a:p>
          <a:endParaRPr lang="ru-RU"/>
        </a:p>
      </dgm:t>
    </dgm:pt>
    <dgm:pt modelId="{AEB2E46B-F2AC-4050-BAAA-5FA26503F02C}" type="sibTrans" cxnId="{473A9769-68D5-4803-A5B4-34DB45B76046}">
      <dgm:prSet/>
      <dgm:spPr/>
      <dgm:t>
        <a:bodyPr/>
        <a:lstStyle/>
        <a:p>
          <a:endParaRPr lang="ru-RU"/>
        </a:p>
      </dgm:t>
    </dgm:pt>
    <dgm:pt modelId="{3D3F85C9-66C4-4FBF-96FA-3D816F97029D}">
      <dgm:prSet custT="1"/>
      <dgm:spPr/>
      <dgm:t>
        <a:bodyPr/>
        <a:lstStyle/>
        <a:p>
          <a:r>
            <a:rPr lang="ru-RU" sz="2400" b="1" dirty="0"/>
            <a:t>Персональные</a:t>
          </a:r>
        </a:p>
      </dgm:t>
    </dgm:pt>
    <dgm:pt modelId="{6CF1CD60-DA8D-4831-8597-3C2B3A46F056}" type="parTrans" cxnId="{53B5250F-126A-497C-BBFA-B1B948F5A384}">
      <dgm:prSet/>
      <dgm:spPr/>
      <dgm:t>
        <a:bodyPr/>
        <a:lstStyle/>
        <a:p>
          <a:endParaRPr lang="ru-RU"/>
        </a:p>
      </dgm:t>
    </dgm:pt>
    <dgm:pt modelId="{E4AF2D10-1873-4D55-BD49-8D219D545F96}" type="sibTrans" cxnId="{53B5250F-126A-497C-BBFA-B1B948F5A384}">
      <dgm:prSet/>
      <dgm:spPr/>
      <dgm:t>
        <a:bodyPr/>
        <a:lstStyle/>
        <a:p>
          <a:endParaRPr lang="ru-RU"/>
        </a:p>
      </dgm:t>
    </dgm:pt>
    <dgm:pt modelId="{B05DB9D1-4826-42DA-993F-7C592B4B4C0D}">
      <dgm:prSet custT="1"/>
      <dgm:spPr/>
      <dgm:t>
        <a:bodyPr/>
        <a:lstStyle/>
        <a:p>
          <a:r>
            <a:rPr lang="en-US" sz="2400" b="1" dirty="0" err="1"/>
            <a:t>Plotly</a:t>
          </a:r>
          <a:endParaRPr lang="ru-RU" sz="2400" b="1" dirty="0"/>
        </a:p>
      </dgm:t>
    </dgm:pt>
    <dgm:pt modelId="{1019A983-4B71-40D6-8683-26B7D2FE2F56}" type="parTrans" cxnId="{0957B12D-B34B-41F3-9175-7AB4EF9CE252}">
      <dgm:prSet/>
      <dgm:spPr/>
      <dgm:t>
        <a:bodyPr/>
        <a:lstStyle/>
        <a:p>
          <a:endParaRPr lang="ru-RU"/>
        </a:p>
      </dgm:t>
    </dgm:pt>
    <dgm:pt modelId="{933F2608-67B9-4FCD-9A3C-AE2AEBD37E16}" type="sibTrans" cxnId="{0957B12D-B34B-41F3-9175-7AB4EF9CE252}">
      <dgm:prSet/>
      <dgm:spPr/>
      <dgm:t>
        <a:bodyPr/>
        <a:lstStyle/>
        <a:p>
          <a:endParaRPr lang="ru-RU"/>
        </a:p>
      </dgm:t>
    </dgm:pt>
    <dgm:pt modelId="{79DD9208-01B3-4856-8A65-317A0BB7D716}">
      <dgm:prSet custT="1"/>
      <dgm:spPr/>
      <dgm:t>
        <a:bodyPr/>
        <a:lstStyle/>
        <a:p>
          <a:r>
            <a:rPr lang="en-US" sz="2400" b="1" dirty="0" err="1"/>
            <a:t>DataLens</a:t>
          </a:r>
          <a:endParaRPr lang="ru-RU" sz="2400" b="1" dirty="0"/>
        </a:p>
      </dgm:t>
    </dgm:pt>
    <dgm:pt modelId="{552C9C86-EC42-4940-87AB-C6F1D59AFBB2}" type="parTrans" cxnId="{3730AEDD-8684-4CC2-8F10-CBB3875AF4CC}">
      <dgm:prSet/>
      <dgm:spPr/>
      <dgm:t>
        <a:bodyPr/>
        <a:lstStyle/>
        <a:p>
          <a:endParaRPr lang="ru-RU"/>
        </a:p>
      </dgm:t>
    </dgm:pt>
    <dgm:pt modelId="{CFF78EAD-A93B-487D-8E45-DE5568290787}" type="sibTrans" cxnId="{3730AEDD-8684-4CC2-8F10-CBB3875AF4CC}">
      <dgm:prSet/>
      <dgm:spPr/>
      <dgm:t>
        <a:bodyPr/>
        <a:lstStyle/>
        <a:p>
          <a:endParaRPr lang="ru-RU"/>
        </a:p>
      </dgm:t>
    </dgm:pt>
    <dgm:pt modelId="{845032B4-4911-4B4C-B44D-BF3ABEC13B1F}">
      <dgm:prSet custT="1"/>
      <dgm:spPr/>
      <dgm:t>
        <a:bodyPr/>
        <a:lstStyle/>
        <a:p>
          <a:r>
            <a:rPr lang="en-US" sz="2400" b="1" dirty="0"/>
            <a:t>Ember Charts</a:t>
          </a:r>
          <a:endParaRPr lang="ru-RU" sz="2400" b="1" dirty="0"/>
        </a:p>
      </dgm:t>
    </dgm:pt>
    <dgm:pt modelId="{8D3236EC-D225-4AED-8F49-4A9C3A5472DF}" type="parTrans" cxnId="{B8897956-CCCD-4A3F-8CE4-6B2FB3C3AE16}">
      <dgm:prSet/>
      <dgm:spPr/>
      <dgm:t>
        <a:bodyPr/>
        <a:lstStyle/>
        <a:p>
          <a:endParaRPr lang="ru-RU"/>
        </a:p>
      </dgm:t>
    </dgm:pt>
    <dgm:pt modelId="{32C82C1B-7181-497A-901C-1BA7B81F4059}" type="sibTrans" cxnId="{B8897956-CCCD-4A3F-8CE4-6B2FB3C3AE16}">
      <dgm:prSet/>
      <dgm:spPr/>
      <dgm:t>
        <a:bodyPr/>
        <a:lstStyle/>
        <a:p>
          <a:endParaRPr lang="ru-RU"/>
        </a:p>
      </dgm:t>
    </dgm:pt>
    <dgm:pt modelId="{C7A1C1B7-025A-40D2-9083-CF2520068DF4}">
      <dgm:prSet custT="1"/>
      <dgm:spPr/>
      <dgm:t>
        <a:bodyPr/>
        <a:lstStyle/>
        <a:p>
          <a:r>
            <a:rPr lang="en-US" sz="2400" b="1" dirty="0"/>
            <a:t>Leaflet</a:t>
          </a:r>
          <a:endParaRPr lang="ru-RU" sz="2400" b="1" dirty="0"/>
        </a:p>
      </dgm:t>
    </dgm:pt>
    <dgm:pt modelId="{912F6F71-F3A4-4E2F-98FF-D787FF3ACDB2}" type="parTrans" cxnId="{D034C533-9255-4449-9670-A8D6481EC2D7}">
      <dgm:prSet/>
      <dgm:spPr/>
      <dgm:t>
        <a:bodyPr/>
        <a:lstStyle/>
        <a:p>
          <a:endParaRPr lang="ru-RU"/>
        </a:p>
      </dgm:t>
    </dgm:pt>
    <dgm:pt modelId="{12FF8C94-213C-49D1-ABB7-7617EDB9FD16}" type="sibTrans" cxnId="{D034C533-9255-4449-9670-A8D6481EC2D7}">
      <dgm:prSet/>
      <dgm:spPr/>
      <dgm:t>
        <a:bodyPr/>
        <a:lstStyle/>
        <a:p>
          <a:endParaRPr lang="ru-RU"/>
        </a:p>
      </dgm:t>
    </dgm:pt>
    <dgm:pt modelId="{E6CB9DC0-7816-46FB-92F3-0C0FB8887168}">
      <dgm:prSet custT="1"/>
      <dgm:spPr/>
      <dgm:t>
        <a:bodyPr/>
        <a:lstStyle/>
        <a:p>
          <a:r>
            <a:rPr lang="en-US" sz="2400" b="1" dirty="0" err="1"/>
            <a:t>PowerBI</a:t>
          </a:r>
          <a:endParaRPr lang="ru-RU" sz="2400" b="1" dirty="0"/>
        </a:p>
      </dgm:t>
    </dgm:pt>
    <dgm:pt modelId="{B0C8B330-CE9E-4658-8D82-6667798D60B0}" type="parTrans" cxnId="{01E58BF0-BC08-40FD-956D-5166E6DD443D}">
      <dgm:prSet/>
      <dgm:spPr/>
      <dgm:t>
        <a:bodyPr/>
        <a:lstStyle/>
        <a:p>
          <a:endParaRPr lang="ru-RU"/>
        </a:p>
      </dgm:t>
    </dgm:pt>
    <dgm:pt modelId="{D4F35202-3A6F-4E4C-8DA7-53F1E6EE0510}" type="sibTrans" cxnId="{01E58BF0-BC08-40FD-956D-5166E6DD443D}">
      <dgm:prSet/>
      <dgm:spPr/>
      <dgm:t>
        <a:bodyPr/>
        <a:lstStyle/>
        <a:p>
          <a:endParaRPr lang="ru-RU"/>
        </a:p>
      </dgm:t>
    </dgm:pt>
    <dgm:pt modelId="{2CE1BF0D-AF99-4FC5-B252-D5FB05C3220C}">
      <dgm:prSet custT="1"/>
      <dgm:spPr/>
      <dgm:t>
        <a:bodyPr/>
        <a:lstStyle/>
        <a:p>
          <a:r>
            <a:rPr lang="ru-RU" sz="2400" b="1" dirty="0"/>
            <a:t>Подписка</a:t>
          </a:r>
        </a:p>
      </dgm:t>
    </dgm:pt>
    <dgm:pt modelId="{F056808D-6B3A-466F-910F-F2B0C52547FB}" type="parTrans" cxnId="{206E09D2-D875-4EF3-8075-DAF162411C85}">
      <dgm:prSet/>
      <dgm:spPr/>
      <dgm:t>
        <a:bodyPr/>
        <a:lstStyle/>
        <a:p>
          <a:endParaRPr lang="ru-RU"/>
        </a:p>
      </dgm:t>
    </dgm:pt>
    <dgm:pt modelId="{3D0243BD-77D5-4413-9610-AD0D3CCC1BD0}" type="sibTrans" cxnId="{206E09D2-D875-4EF3-8075-DAF162411C85}">
      <dgm:prSet/>
      <dgm:spPr/>
      <dgm:t>
        <a:bodyPr/>
        <a:lstStyle/>
        <a:p>
          <a:endParaRPr lang="ru-RU"/>
        </a:p>
      </dgm:t>
    </dgm:pt>
    <dgm:pt modelId="{2E66C0B0-063B-4F50-AF12-8A7EEA9C1356}">
      <dgm:prSet custT="1"/>
      <dgm:spPr/>
      <dgm:t>
        <a:bodyPr/>
        <a:lstStyle/>
        <a:p>
          <a:r>
            <a:rPr lang="en-US" sz="2400" b="1" dirty="0" err="1"/>
            <a:t>FusionCharts</a:t>
          </a:r>
          <a:endParaRPr lang="ru-RU" sz="2400" b="1" dirty="0"/>
        </a:p>
      </dgm:t>
    </dgm:pt>
    <dgm:pt modelId="{BE0C1B34-E5F3-4A10-91E2-9F4BB08C398F}" type="parTrans" cxnId="{1DCC3B1D-412F-4175-8305-14D2FDE648C1}">
      <dgm:prSet/>
      <dgm:spPr/>
      <dgm:t>
        <a:bodyPr/>
        <a:lstStyle/>
        <a:p>
          <a:endParaRPr lang="ru-RU"/>
        </a:p>
      </dgm:t>
    </dgm:pt>
    <dgm:pt modelId="{EDC31838-9227-4665-921B-2D48C24513C5}" type="sibTrans" cxnId="{1DCC3B1D-412F-4175-8305-14D2FDE648C1}">
      <dgm:prSet/>
      <dgm:spPr/>
      <dgm:t>
        <a:bodyPr/>
        <a:lstStyle/>
        <a:p>
          <a:endParaRPr lang="ru-RU"/>
        </a:p>
      </dgm:t>
    </dgm:pt>
    <dgm:pt modelId="{F9A42FD4-2B68-40E1-BCD3-5C10D4C84E7D}">
      <dgm:prSet custT="1"/>
      <dgm:spPr/>
      <dgm:t>
        <a:bodyPr/>
        <a:lstStyle/>
        <a:p>
          <a:r>
            <a:rPr lang="en-US" sz="2400" b="1" dirty="0" err="1"/>
            <a:t>Tableu</a:t>
          </a:r>
          <a:endParaRPr lang="ru-RU" sz="2400" b="1" dirty="0"/>
        </a:p>
      </dgm:t>
    </dgm:pt>
    <dgm:pt modelId="{377D53FA-6AA7-4DC4-B954-ABF6CDC7B700}" type="parTrans" cxnId="{5CBA709F-0C81-401B-93ED-3ED6825C4CA0}">
      <dgm:prSet/>
      <dgm:spPr/>
      <dgm:t>
        <a:bodyPr/>
        <a:lstStyle/>
        <a:p>
          <a:endParaRPr lang="ru-RU"/>
        </a:p>
      </dgm:t>
    </dgm:pt>
    <dgm:pt modelId="{112CD5BE-03A9-4285-9A50-920782634C6F}" type="sibTrans" cxnId="{5CBA709F-0C81-401B-93ED-3ED6825C4CA0}">
      <dgm:prSet/>
      <dgm:spPr/>
      <dgm:t>
        <a:bodyPr/>
        <a:lstStyle/>
        <a:p>
          <a:endParaRPr lang="ru-RU"/>
        </a:p>
      </dgm:t>
    </dgm:pt>
    <dgm:pt modelId="{371055D2-2A73-48E2-A453-4C1183AC08AD}">
      <dgm:prSet custT="1"/>
      <dgm:spPr/>
      <dgm:t>
        <a:bodyPr/>
        <a:lstStyle/>
        <a:p>
          <a:r>
            <a:rPr lang="en-US" sz="2400" b="1" dirty="0" err="1"/>
            <a:t>Polymatica</a:t>
          </a:r>
          <a:endParaRPr lang="ru-RU" sz="2400" b="1" dirty="0"/>
        </a:p>
      </dgm:t>
    </dgm:pt>
    <dgm:pt modelId="{67C2880A-647B-4886-900C-E41AFADE248B}" type="parTrans" cxnId="{F0498490-939D-4131-914D-F28C645348DC}">
      <dgm:prSet/>
      <dgm:spPr/>
      <dgm:t>
        <a:bodyPr/>
        <a:lstStyle/>
        <a:p>
          <a:endParaRPr lang="ru-RU"/>
        </a:p>
      </dgm:t>
    </dgm:pt>
    <dgm:pt modelId="{C019B21C-4EAB-4DF7-9B47-61B0CB3914EE}" type="sibTrans" cxnId="{F0498490-939D-4131-914D-F28C645348DC}">
      <dgm:prSet/>
      <dgm:spPr/>
      <dgm:t>
        <a:bodyPr/>
        <a:lstStyle/>
        <a:p>
          <a:endParaRPr lang="ru-RU"/>
        </a:p>
      </dgm:t>
    </dgm:pt>
    <dgm:pt modelId="{2CF5526A-DCD6-4DEA-9479-A5769201CDFE}">
      <dgm:prSet custT="1"/>
      <dgm:spPr/>
      <dgm:t>
        <a:bodyPr/>
        <a:lstStyle/>
        <a:p>
          <a:r>
            <a:rPr lang="en-US" sz="2400" b="1" dirty="0" err="1"/>
            <a:t>ChartBlocks</a:t>
          </a:r>
          <a:endParaRPr lang="ru-RU" sz="2400" b="1" dirty="0"/>
        </a:p>
      </dgm:t>
    </dgm:pt>
    <dgm:pt modelId="{FA2149F9-07AC-4292-AC83-E8CF12D5AF24}" type="parTrans" cxnId="{EF867CEE-A1B0-4B3A-B7E4-D9F78464EB3B}">
      <dgm:prSet/>
      <dgm:spPr/>
      <dgm:t>
        <a:bodyPr/>
        <a:lstStyle/>
        <a:p>
          <a:endParaRPr lang="ru-RU"/>
        </a:p>
      </dgm:t>
    </dgm:pt>
    <dgm:pt modelId="{9FAA3971-8AAF-4109-9EE0-5CC5DAA82FE7}" type="sibTrans" cxnId="{EF867CEE-A1B0-4B3A-B7E4-D9F78464EB3B}">
      <dgm:prSet/>
      <dgm:spPr/>
      <dgm:t>
        <a:bodyPr/>
        <a:lstStyle/>
        <a:p>
          <a:endParaRPr lang="ru-RU"/>
        </a:p>
      </dgm:t>
    </dgm:pt>
    <dgm:pt modelId="{9EDB1FF7-6F9B-4F87-9E17-52AC18F5DC6D}">
      <dgm:prSet custT="1"/>
      <dgm:spPr/>
      <dgm:t>
        <a:bodyPr/>
        <a:lstStyle/>
        <a:p>
          <a:r>
            <a:rPr lang="en-US" sz="2400" b="1" dirty="0" err="1"/>
            <a:t>Infogram</a:t>
          </a:r>
          <a:endParaRPr lang="ru-RU" sz="2400" b="1" dirty="0"/>
        </a:p>
      </dgm:t>
    </dgm:pt>
    <dgm:pt modelId="{33E433B1-CF62-48E5-B511-9EA52C1B37B3}" type="parTrans" cxnId="{6CB2454E-A25D-4B35-AA3B-9C23B294EE55}">
      <dgm:prSet/>
      <dgm:spPr/>
      <dgm:t>
        <a:bodyPr/>
        <a:lstStyle/>
        <a:p>
          <a:endParaRPr lang="ru-RU"/>
        </a:p>
      </dgm:t>
    </dgm:pt>
    <dgm:pt modelId="{FFBFF763-D3AB-4290-8EDE-60D57F0A5AC1}" type="sibTrans" cxnId="{6CB2454E-A25D-4B35-AA3B-9C23B294EE55}">
      <dgm:prSet/>
      <dgm:spPr/>
      <dgm:t>
        <a:bodyPr/>
        <a:lstStyle/>
        <a:p>
          <a:endParaRPr lang="ru-RU"/>
        </a:p>
      </dgm:t>
    </dgm:pt>
    <dgm:pt modelId="{22D412C6-6494-4087-9E4B-78C0187860CD}" type="pres">
      <dgm:prSet presAssocID="{BA6073E5-0D95-45FE-8086-879EB20081C1}" presName="hierChild1" presStyleCnt="0">
        <dgm:presLayoutVars>
          <dgm:orgChart val="1"/>
          <dgm:chPref val="1"/>
          <dgm:dir/>
          <dgm:animOne val="branch"/>
          <dgm:animLvl val="lvl"/>
          <dgm:resizeHandles/>
        </dgm:presLayoutVars>
      </dgm:prSet>
      <dgm:spPr/>
    </dgm:pt>
    <dgm:pt modelId="{EA05B5D4-92D8-4CF9-B8D3-3129958C871D}" type="pres">
      <dgm:prSet presAssocID="{4FC9E995-D15F-4C86-A950-2CA692652CA7}" presName="hierRoot1" presStyleCnt="0">
        <dgm:presLayoutVars>
          <dgm:hierBranch val="init"/>
        </dgm:presLayoutVars>
      </dgm:prSet>
      <dgm:spPr/>
    </dgm:pt>
    <dgm:pt modelId="{2F4DDBD7-4570-4CC0-BC77-DC224779B5ED}" type="pres">
      <dgm:prSet presAssocID="{4FC9E995-D15F-4C86-A950-2CA692652CA7}" presName="rootComposite1" presStyleCnt="0"/>
      <dgm:spPr/>
    </dgm:pt>
    <dgm:pt modelId="{DE81C8C9-A534-4BBE-9B4F-85106006C735}" type="pres">
      <dgm:prSet presAssocID="{4FC9E995-D15F-4C86-A950-2CA692652CA7}" presName="rootText1" presStyleLbl="node0" presStyleIdx="0" presStyleCnt="1" custScaleX="461405" custScaleY="201300">
        <dgm:presLayoutVars>
          <dgm:chPref val="3"/>
        </dgm:presLayoutVars>
      </dgm:prSet>
      <dgm:spPr/>
    </dgm:pt>
    <dgm:pt modelId="{BDE8D7B6-B6B4-4BB5-8271-7F831727E7ED}" type="pres">
      <dgm:prSet presAssocID="{4FC9E995-D15F-4C86-A950-2CA692652CA7}" presName="rootConnector1" presStyleLbl="node1" presStyleIdx="0" presStyleCnt="0"/>
      <dgm:spPr/>
    </dgm:pt>
    <dgm:pt modelId="{A265DBA1-95F5-4522-9707-CACEBB4E3F47}" type="pres">
      <dgm:prSet presAssocID="{4FC9E995-D15F-4C86-A950-2CA692652CA7}" presName="hierChild2" presStyleCnt="0"/>
      <dgm:spPr/>
    </dgm:pt>
    <dgm:pt modelId="{7E22D15D-ADD4-4A55-B76D-E5A6D6CAD1F1}" type="pres">
      <dgm:prSet presAssocID="{A3A09390-4B99-404E-8F58-8D3487BE57D9}" presName="Name37" presStyleLbl="parChTrans1D2" presStyleIdx="0" presStyleCnt="3"/>
      <dgm:spPr/>
    </dgm:pt>
    <dgm:pt modelId="{2988DB80-E228-4800-BEAC-7719FEF627A0}" type="pres">
      <dgm:prSet presAssocID="{0CF06C97-FDF4-4490-AD5D-08B4F4AE8E54}" presName="hierRoot2" presStyleCnt="0">
        <dgm:presLayoutVars>
          <dgm:hierBranch val="init"/>
        </dgm:presLayoutVars>
      </dgm:prSet>
      <dgm:spPr/>
    </dgm:pt>
    <dgm:pt modelId="{251DF398-570E-47E3-A386-77358ECB7EDF}" type="pres">
      <dgm:prSet presAssocID="{0CF06C97-FDF4-4490-AD5D-08B4F4AE8E54}" presName="rootComposite" presStyleCnt="0"/>
      <dgm:spPr/>
    </dgm:pt>
    <dgm:pt modelId="{8CEFB0A2-F5D2-4A06-82A1-730DBA9F1EDF}" type="pres">
      <dgm:prSet presAssocID="{0CF06C97-FDF4-4490-AD5D-08B4F4AE8E54}" presName="rootText" presStyleLbl="node2" presStyleIdx="0" presStyleCnt="3" custScaleX="299284">
        <dgm:presLayoutVars>
          <dgm:chPref val="3"/>
        </dgm:presLayoutVars>
      </dgm:prSet>
      <dgm:spPr/>
    </dgm:pt>
    <dgm:pt modelId="{E056315B-8003-4C3C-A31E-9B4236E62A1C}" type="pres">
      <dgm:prSet presAssocID="{0CF06C97-FDF4-4490-AD5D-08B4F4AE8E54}" presName="rootConnector" presStyleLbl="node2" presStyleIdx="0" presStyleCnt="3"/>
      <dgm:spPr/>
    </dgm:pt>
    <dgm:pt modelId="{9CD675E2-D842-4986-AB82-C7DC365C5660}" type="pres">
      <dgm:prSet presAssocID="{0CF06C97-FDF4-4490-AD5D-08B4F4AE8E54}" presName="hierChild4" presStyleCnt="0"/>
      <dgm:spPr/>
    </dgm:pt>
    <dgm:pt modelId="{A0A07754-AF74-49FC-957A-6F9D8DF137EC}" type="pres">
      <dgm:prSet presAssocID="{9D8EDE61-C6CF-4A55-AA47-7BB92F0F37BB}" presName="Name37" presStyleLbl="parChTrans1D3" presStyleIdx="0" presStyleCnt="15"/>
      <dgm:spPr/>
    </dgm:pt>
    <dgm:pt modelId="{B9A24F01-C816-40F6-A2A9-3988AB5B9E46}" type="pres">
      <dgm:prSet presAssocID="{79AAD7A9-59FD-4B38-8112-3A474A3C6E7E}" presName="hierRoot2" presStyleCnt="0">
        <dgm:presLayoutVars>
          <dgm:hierBranch val="init"/>
        </dgm:presLayoutVars>
      </dgm:prSet>
      <dgm:spPr/>
    </dgm:pt>
    <dgm:pt modelId="{A6F0A55F-1FE1-4E9F-97DC-04F3597776B8}" type="pres">
      <dgm:prSet presAssocID="{79AAD7A9-59FD-4B38-8112-3A474A3C6E7E}" presName="rootComposite" presStyleCnt="0"/>
      <dgm:spPr/>
    </dgm:pt>
    <dgm:pt modelId="{A903704D-2E86-44DA-BBAE-31550AE1F80C}" type="pres">
      <dgm:prSet presAssocID="{79AAD7A9-59FD-4B38-8112-3A474A3C6E7E}" presName="rootText" presStyleLbl="node3" presStyleIdx="0" presStyleCnt="15" custScaleX="299284">
        <dgm:presLayoutVars>
          <dgm:chPref val="3"/>
        </dgm:presLayoutVars>
      </dgm:prSet>
      <dgm:spPr/>
    </dgm:pt>
    <dgm:pt modelId="{9CEADE64-4478-4FCE-9D1C-73189C508A0D}" type="pres">
      <dgm:prSet presAssocID="{79AAD7A9-59FD-4B38-8112-3A474A3C6E7E}" presName="rootConnector" presStyleLbl="node3" presStyleIdx="0" presStyleCnt="15"/>
      <dgm:spPr/>
    </dgm:pt>
    <dgm:pt modelId="{2D2C732A-CF05-4497-A83C-2AADF7F6DFD0}" type="pres">
      <dgm:prSet presAssocID="{79AAD7A9-59FD-4B38-8112-3A474A3C6E7E}" presName="hierChild4" presStyleCnt="0"/>
      <dgm:spPr/>
    </dgm:pt>
    <dgm:pt modelId="{25B87E5A-8798-44B7-9A56-13FAF994D313}" type="pres">
      <dgm:prSet presAssocID="{79AAD7A9-59FD-4B38-8112-3A474A3C6E7E}" presName="hierChild5" presStyleCnt="0"/>
      <dgm:spPr/>
    </dgm:pt>
    <dgm:pt modelId="{68CF2568-7CDA-46FC-ADB1-6BD1E2D47F60}" type="pres">
      <dgm:prSet presAssocID="{B47CD30A-3871-411D-9533-473BE84E50D6}" presName="Name37" presStyleLbl="parChTrans1D3" presStyleIdx="1" presStyleCnt="15"/>
      <dgm:spPr/>
    </dgm:pt>
    <dgm:pt modelId="{B3D792D1-549D-48B7-BB0C-FCC13CFB867A}" type="pres">
      <dgm:prSet presAssocID="{67D7D729-AEA3-41EA-A406-8AA9FE5EDDE0}" presName="hierRoot2" presStyleCnt="0">
        <dgm:presLayoutVars>
          <dgm:hierBranch val="init"/>
        </dgm:presLayoutVars>
      </dgm:prSet>
      <dgm:spPr/>
    </dgm:pt>
    <dgm:pt modelId="{EEB799FB-20F9-42AE-91F1-82382D60AA60}" type="pres">
      <dgm:prSet presAssocID="{67D7D729-AEA3-41EA-A406-8AA9FE5EDDE0}" presName="rootComposite" presStyleCnt="0"/>
      <dgm:spPr/>
    </dgm:pt>
    <dgm:pt modelId="{C92E906A-211E-466E-BF5A-0E7BB27F4A76}" type="pres">
      <dgm:prSet presAssocID="{67D7D729-AEA3-41EA-A406-8AA9FE5EDDE0}" presName="rootText" presStyleLbl="node3" presStyleIdx="1" presStyleCnt="15" custScaleX="299284">
        <dgm:presLayoutVars>
          <dgm:chPref val="3"/>
        </dgm:presLayoutVars>
      </dgm:prSet>
      <dgm:spPr/>
    </dgm:pt>
    <dgm:pt modelId="{086284A2-B19F-485C-877F-C2E114A3C666}" type="pres">
      <dgm:prSet presAssocID="{67D7D729-AEA3-41EA-A406-8AA9FE5EDDE0}" presName="rootConnector" presStyleLbl="node3" presStyleIdx="1" presStyleCnt="15"/>
      <dgm:spPr/>
    </dgm:pt>
    <dgm:pt modelId="{6EBE97CE-4D42-45CC-851E-60C32ED67FE9}" type="pres">
      <dgm:prSet presAssocID="{67D7D729-AEA3-41EA-A406-8AA9FE5EDDE0}" presName="hierChild4" presStyleCnt="0"/>
      <dgm:spPr/>
    </dgm:pt>
    <dgm:pt modelId="{7BAB5508-01D0-4B7D-93FE-9E0893D47CD5}" type="pres">
      <dgm:prSet presAssocID="{67D7D729-AEA3-41EA-A406-8AA9FE5EDDE0}" presName="hierChild5" presStyleCnt="0"/>
      <dgm:spPr/>
    </dgm:pt>
    <dgm:pt modelId="{F7D7CDA8-3474-48B8-A9FC-114737BD6479}" type="pres">
      <dgm:prSet presAssocID="{619B097A-AABB-44A5-8CE0-6D8CBD906317}" presName="Name37" presStyleLbl="parChTrans1D3" presStyleIdx="2" presStyleCnt="15"/>
      <dgm:spPr/>
    </dgm:pt>
    <dgm:pt modelId="{8FF96A4D-B00F-4093-B4B0-DE621505E2E7}" type="pres">
      <dgm:prSet presAssocID="{8A16BABA-2F0B-4C22-BAED-F85E795058DD}" presName="hierRoot2" presStyleCnt="0">
        <dgm:presLayoutVars>
          <dgm:hierBranch val="init"/>
        </dgm:presLayoutVars>
      </dgm:prSet>
      <dgm:spPr/>
    </dgm:pt>
    <dgm:pt modelId="{0B28FFAF-D4E7-417F-9F88-83E7AF15047A}" type="pres">
      <dgm:prSet presAssocID="{8A16BABA-2F0B-4C22-BAED-F85E795058DD}" presName="rootComposite" presStyleCnt="0"/>
      <dgm:spPr/>
    </dgm:pt>
    <dgm:pt modelId="{3CEA0316-D455-4024-997A-9DE03CC566CF}" type="pres">
      <dgm:prSet presAssocID="{8A16BABA-2F0B-4C22-BAED-F85E795058DD}" presName="rootText" presStyleLbl="node3" presStyleIdx="2" presStyleCnt="15" custScaleX="299284">
        <dgm:presLayoutVars>
          <dgm:chPref val="3"/>
        </dgm:presLayoutVars>
      </dgm:prSet>
      <dgm:spPr/>
    </dgm:pt>
    <dgm:pt modelId="{BA3DD6B3-ECDA-4743-80ED-7DC31E41ED00}" type="pres">
      <dgm:prSet presAssocID="{8A16BABA-2F0B-4C22-BAED-F85E795058DD}" presName="rootConnector" presStyleLbl="node3" presStyleIdx="2" presStyleCnt="15"/>
      <dgm:spPr/>
    </dgm:pt>
    <dgm:pt modelId="{F02A8156-BBFF-465B-9818-000C484E58BC}" type="pres">
      <dgm:prSet presAssocID="{8A16BABA-2F0B-4C22-BAED-F85E795058DD}" presName="hierChild4" presStyleCnt="0"/>
      <dgm:spPr/>
    </dgm:pt>
    <dgm:pt modelId="{CBEC48AF-D930-43CD-A4D9-DE8858E69145}" type="pres">
      <dgm:prSet presAssocID="{8A16BABA-2F0B-4C22-BAED-F85E795058DD}" presName="hierChild5" presStyleCnt="0"/>
      <dgm:spPr/>
    </dgm:pt>
    <dgm:pt modelId="{62833DD1-89E8-418A-A7C1-2FA49C491943}" type="pres">
      <dgm:prSet presAssocID="{21D7B606-3D30-4944-AC29-D16724E7F440}" presName="Name37" presStyleLbl="parChTrans1D3" presStyleIdx="3" presStyleCnt="15"/>
      <dgm:spPr/>
    </dgm:pt>
    <dgm:pt modelId="{AEE443CB-C77C-4872-A874-7F442494000E}" type="pres">
      <dgm:prSet presAssocID="{2FE58334-E1DF-47AA-B0B8-900F56094907}" presName="hierRoot2" presStyleCnt="0">
        <dgm:presLayoutVars>
          <dgm:hierBranch val="init"/>
        </dgm:presLayoutVars>
      </dgm:prSet>
      <dgm:spPr/>
    </dgm:pt>
    <dgm:pt modelId="{8B84AF68-CB43-4A37-B685-F76C731CC313}" type="pres">
      <dgm:prSet presAssocID="{2FE58334-E1DF-47AA-B0B8-900F56094907}" presName="rootComposite" presStyleCnt="0"/>
      <dgm:spPr/>
    </dgm:pt>
    <dgm:pt modelId="{C8F80C6B-E041-424B-B938-7AA554CBBA51}" type="pres">
      <dgm:prSet presAssocID="{2FE58334-E1DF-47AA-B0B8-900F56094907}" presName="rootText" presStyleLbl="node3" presStyleIdx="3" presStyleCnt="15" custScaleX="299284">
        <dgm:presLayoutVars>
          <dgm:chPref val="3"/>
        </dgm:presLayoutVars>
      </dgm:prSet>
      <dgm:spPr/>
    </dgm:pt>
    <dgm:pt modelId="{B1AA31FF-84EC-4348-AE47-5A181D6C2CD2}" type="pres">
      <dgm:prSet presAssocID="{2FE58334-E1DF-47AA-B0B8-900F56094907}" presName="rootConnector" presStyleLbl="node3" presStyleIdx="3" presStyleCnt="15"/>
      <dgm:spPr/>
    </dgm:pt>
    <dgm:pt modelId="{F5D7BDBE-4679-4870-9D09-E325C3500C6E}" type="pres">
      <dgm:prSet presAssocID="{2FE58334-E1DF-47AA-B0B8-900F56094907}" presName="hierChild4" presStyleCnt="0"/>
      <dgm:spPr/>
    </dgm:pt>
    <dgm:pt modelId="{8D307B98-274B-475C-8CB5-FE81AACC2C5A}" type="pres">
      <dgm:prSet presAssocID="{2FE58334-E1DF-47AA-B0B8-900F56094907}" presName="hierChild5" presStyleCnt="0"/>
      <dgm:spPr/>
    </dgm:pt>
    <dgm:pt modelId="{273A8628-4A8A-4A01-AB2B-D179DCE68662}" type="pres">
      <dgm:prSet presAssocID="{3036DA79-3036-43DA-8C31-D612FB3709D6}" presName="Name37" presStyleLbl="parChTrans1D3" presStyleIdx="4" presStyleCnt="15"/>
      <dgm:spPr/>
    </dgm:pt>
    <dgm:pt modelId="{D48AEDB5-DC91-44C2-B35E-3480A1B400E2}" type="pres">
      <dgm:prSet presAssocID="{87944407-AEA9-433D-BF94-23B7573EB2F7}" presName="hierRoot2" presStyleCnt="0">
        <dgm:presLayoutVars>
          <dgm:hierBranch val="init"/>
        </dgm:presLayoutVars>
      </dgm:prSet>
      <dgm:spPr/>
    </dgm:pt>
    <dgm:pt modelId="{6433D964-5FC5-4622-9273-049277C7704C}" type="pres">
      <dgm:prSet presAssocID="{87944407-AEA9-433D-BF94-23B7573EB2F7}" presName="rootComposite" presStyleCnt="0"/>
      <dgm:spPr/>
    </dgm:pt>
    <dgm:pt modelId="{DA7CCD04-B7DF-4CAD-B920-1126CCC468C1}" type="pres">
      <dgm:prSet presAssocID="{87944407-AEA9-433D-BF94-23B7573EB2F7}" presName="rootText" presStyleLbl="node3" presStyleIdx="4" presStyleCnt="15" custScaleX="299284">
        <dgm:presLayoutVars>
          <dgm:chPref val="3"/>
        </dgm:presLayoutVars>
      </dgm:prSet>
      <dgm:spPr/>
    </dgm:pt>
    <dgm:pt modelId="{37D8A6F3-D0B5-41E8-85AD-12DA92ABB137}" type="pres">
      <dgm:prSet presAssocID="{87944407-AEA9-433D-BF94-23B7573EB2F7}" presName="rootConnector" presStyleLbl="node3" presStyleIdx="4" presStyleCnt="15"/>
      <dgm:spPr/>
    </dgm:pt>
    <dgm:pt modelId="{36BDDB27-595E-46A7-9841-B83945599606}" type="pres">
      <dgm:prSet presAssocID="{87944407-AEA9-433D-BF94-23B7573EB2F7}" presName="hierChild4" presStyleCnt="0"/>
      <dgm:spPr/>
    </dgm:pt>
    <dgm:pt modelId="{C396D4A8-934A-4B30-8EA4-E65AAC54D72E}" type="pres">
      <dgm:prSet presAssocID="{87944407-AEA9-433D-BF94-23B7573EB2F7}" presName="hierChild5" presStyleCnt="0"/>
      <dgm:spPr/>
    </dgm:pt>
    <dgm:pt modelId="{4C8DCD9E-20FB-4084-A98E-15B09035FF11}" type="pres">
      <dgm:prSet presAssocID="{0CF06C97-FDF4-4490-AD5D-08B4F4AE8E54}" presName="hierChild5" presStyleCnt="0"/>
      <dgm:spPr/>
    </dgm:pt>
    <dgm:pt modelId="{4FCF777D-25C9-438B-89DD-D1AF67A52006}" type="pres">
      <dgm:prSet presAssocID="{6CF1CD60-DA8D-4831-8597-3C2B3A46F056}" presName="Name37" presStyleLbl="parChTrans1D2" presStyleIdx="1" presStyleCnt="3"/>
      <dgm:spPr/>
    </dgm:pt>
    <dgm:pt modelId="{C5D6FEFD-43AA-4B8C-95F6-443D07467C31}" type="pres">
      <dgm:prSet presAssocID="{3D3F85C9-66C4-4FBF-96FA-3D816F97029D}" presName="hierRoot2" presStyleCnt="0">
        <dgm:presLayoutVars>
          <dgm:hierBranch val="init"/>
        </dgm:presLayoutVars>
      </dgm:prSet>
      <dgm:spPr/>
    </dgm:pt>
    <dgm:pt modelId="{99F23A24-28AA-4B52-8484-66D29ED7F58B}" type="pres">
      <dgm:prSet presAssocID="{3D3F85C9-66C4-4FBF-96FA-3D816F97029D}" presName="rootComposite" presStyleCnt="0"/>
      <dgm:spPr/>
    </dgm:pt>
    <dgm:pt modelId="{E85AC728-7E2A-4A5B-8E9A-6E0527531252}" type="pres">
      <dgm:prSet presAssocID="{3D3F85C9-66C4-4FBF-96FA-3D816F97029D}" presName="rootText" presStyleLbl="node2" presStyleIdx="1" presStyleCnt="3" custScaleX="299284">
        <dgm:presLayoutVars>
          <dgm:chPref val="3"/>
        </dgm:presLayoutVars>
      </dgm:prSet>
      <dgm:spPr/>
    </dgm:pt>
    <dgm:pt modelId="{EEA46349-42DC-4294-8AE5-590AA5830F90}" type="pres">
      <dgm:prSet presAssocID="{3D3F85C9-66C4-4FBF-96FA-3D816F97029D}" presName="rootConnector" presStyleLbl="node2" presStyleIdx="1" presStyleCnt="3"/>
      <dgm:spPr/>
    </dgm:pt>
    <dgm:pt modelId="{F0CBF907-0FC1-46D8-8D04-D34E232CF7F0}" type="pres">
      <dgm:prSet presAssocID="{3D3F85C9-66C4-4FBF-96FA-3D816F97029D}" presName="hierChild4" presStyleCnt="0"/>
      <dgm:spPr/>
    </dgm:pt>
    <dgm:pt modelId="{13158930-A80C-438B-AD9D-C4C2A36779C7}" type="pres">
      <dgm:prSet presAssocID="{1019A983-4B71-40D6-8683-26B7D2FE2F56}" presName="Name37" presStyleLbl="parChTrans1D3" presStyleIdx="5" presStyleCnt="15"/>
      <dgm:spPr/>
    </dgm:pt>
    <dgm:pt modelId="{632E0A58-1AE5-4372-A429-B07A3BE75C2C}" type="pres">
      <dgm:prSet presAssocID="{B05DB9D1-4826-42DA-993F-7C592B4B4C0D}" presName="hierRoot2" presStyleCnt="0">
        <dgm:presLayoutVars>
          <dgm:hierBranch val="init"/>
        </dgm:presLayoutVars>
      </dgm:prSet>
      <dgm:spPr/>
    </dgm:pt>
    <dgm:pt modelId="{0C0C4AB8-C2DE-424A-B39C-AD1857A6C3E7}" type="pres">
      <dgm:prSet presAssocID="{B05DB9D1-4826-42DA-993F-7C592B4B4C0D}" presName="rootComposite" presStyleCnt="0"/>
      <dgm:spPr/>
    </dgm:pt>
    <dgm:pt modelId="{D8C12F76-41D0-442B-9C71-064C97EBC53B}" type="pres">
      <dgm:prSet presAssocID="{B05DB9D1-4826-42DA-993F-7C592B4B4C0D}" presName="rootText" presStyleLbl="node3" presStyleIdx="5" presStyleCnt="15" custScaleX="299284">
        <dgm:presLayoutVars>
          <dgm:chPref val="3"/>
        </dgm:presLayoutVars>
      </dgm:prSet>
      <dgm:spPr/>
    </dgm:pt>
    <dgm:pt modelId="{89B943D0-364F-42B5-8DFB-DAB7A5AA5044}" type="pres">
      <dgm:prSet presAssocID="{B05DB9D1-4826-42DA-993F-7C592B4B4C0D}" presName="rootConnector" presStyleLbl="node3" presStyleIdx="5" presStyleCnt="15"/>
      <dgm:spPr/>
    </dgm:pt>
    <dgm:pt modelId="{B63A5021-69A0-47C4-8B5D-A3E4E9B91C25}" type="pres">
      <dgm:prSet presAssocID="{B05DB9D1-4826-42DA-993F-7C592B4B4C0D}" presName="hierChild4" presStyleCnt="0"/>
      <dgm:spPr/>
    </dgm:pt>
    <dgm:pt modelId="{54E7C2E0-8701-4725-873D-7E25B831EDD1}" type="pres">
      <dgm:prSet presAssocID="{B05DB9D1-4826-42DA-993F-7C592B4B4C0D}" presName="hierChild5" presStyleCnt="0"/>
      <dgm:spPr/>
    </dgm:pt>
    <dgm:pt modelId="{072780D9-4724-43EC-B2C5-06FE8F482E5E}" type="pres">
      <dgm:prSet presAssocID="{552C9C86-EC42-4940-87AB-C6F1D59AFBB2}" presName="Name37" presStyleLbl="parChTrans1D3" presStyleIdx="6" presStyleCnt="15"/>
      <dgm:spPr/>
    </dgm:pt>
    <dgm:pt modelId="{109351B7-3921-4962-A220-8724C700B7D0}" type="pres">
      <dgm:prSet presAssocID="{79DD9208-01B3-4856-8A65-317A0BB7D716}" presName="hierRoot2" presStyleCnt="0">
        <dgm:presLayoutVars>
          <dgm:hierBranch val="init"/>
        </dgm:presLayoutVars>
      </dgm:prSet>
      <dgm:spPr/>
    </dgm:pt>
    <dgm:pt modelId="{C0C0FD6E-1C3C-4EE2-9DD0-5DBE0C7414B9}" type="pres">
      <dgm:prSet presAssocID="{79DD9208-01B3-4856-8A65-317A0BB7D716}" presName="rootComposite" presStyleCnt="0"/>
      <dgm:spPr/>
    </dgm:pt>
    <dgm:pt modelId="{81137E64-E031-4BC0-A2E3-CA32E41955BD}" type="pres">
      <dgm:prSet presAssocID="{79DD9208-01B3-4856-8A65-317A0BB7D716}" presName="rootText" presStyleLbl="node3" presStyleIdx="6" presStyleCnt="15" custScaleX="299284">
        <dgm:presLayoutVars>
          <dgm:chPref val="3"/>
        </dgm:presLayoutVars>
      </dgm:prSet>
      <dgm:spPr/>
    </dgm:pt>
    <dgm:pt modelId="{56640D48-56EF-431A-9741-08E3ADE49026}" type="pres">
      <dgm:prSet presAssocID="{79DD9208-01B3-4856-8A65-317A0BB7D716}" presName="rootConnector" presStyleLbl="node3" presStyleIdx="6" presStyleCnt="15"/>
      <dgm:spPr/>
    </dgm:pt>
    <dgm:pt modelId="{2E2BB43F-893E-45BD-9936-5F25D1B79AE5}" type="pres">
      <dgm:prSet presAssocID="{79DD9208-01B3-4856-8A65-317A0BB7D716}" presName="hierChild4" presStyleCnt="0"/>
      <dgm:spPr/>
    </dgm:pt>
    <dgm:pt modelId="{57C0F846-0F0B-45F7-9BB4-B3423EFEDD67}" type="pres">
      <dgm:prSet presAssocID="{79DD9208-01B3-4856-8A65-317A0BB7D716}" presName="hierChild5" presStyleCnt="0"/>
      <dgm:spPr/>
    </dgm:pt>
    <dgm:pt modelId="{4241DB45-C722-44C9-83E9-8D366AB8712B}" type="pres">
      <dgm:prSet presAssocID="{8D3236EC-D225-4AED-8F49-4A9C3A5472DF}" presName="Name37" presStyleLbl="parChTrans1D3" presStyleIdx="7" presStyleCnt="15"/>
      <dgm:spPr/>
    </dgm:pt>
    <dgm:pt modelId="{2AD414E5-748F-4095-9D48-62131B2584F1}" type="pres">
      <dgm:prSet presAssocID="{845032B4-4911-4B4C-B44D-BF3ABEC13B1F}" presName="hierRoot2" presStyleCnt="0">
        <dgm:presLayoutVars>
          <dgm:hierBranch val="init"/>
        </dgm:presLayoutVars>
      </dgm:prSet>
      <dgm:spPr/>
    </dgm:pt>
    <dgm:pt modelId="{E260D3FF-8773-49E0-B61E-14F820069B2D}" type="pres">
      <dgm:prSet presAssocID="{845032B4-4911-4B4C-B44D-BF3ABEC13B1F}" presName="rootComposite" presStyleCnt="0"/>
      <dgm:spPr/>
    </dgm:pt>
    <dgm:pt modelId="{527EF426-E2FC-4F1D-A415-3DE6D31BC2DE}" type="pres">
      <dgm:prSet presAssocID="{845032B4-4911-4B4C-B44D-BF3ABEC13B1F}" presName="rootText" presStyleLbl="node3" presStyleIdx="7" presStyleCnt="15" custScaleX="299284">
        <dgm:presLayoutVars>
          <dgm:chPref val="3"/>
        </dgm:presLayoutVars>
      </dgm:prSet>
      <dgm:spPr/>
    </dgm:pt>
    <dgm:pt modelId="{5332134F-A2C2-4DF6-BBE4-A0CB10E5C66A}" type="pres">
      <dgm:prSet presAssocID="{845032B4-4911-4B4C-B44D-BF3ABEC13B1F}" presName="rootConnector" presStyleLbl="node3" presStyleIdx="7" presStyleCnt="15"/>
      <dgm:spPr/>
    </dgm:pt>
    <dgm:pt modelId="{E6669EEB-539D-437C-86F8-EAAD3F63B86A}" type="pres">
      <dgm:prSet presAssocID="{845032B4-4911-4B4C-B44D-BF3ABEC13B1F}" presName="hierChild4" presStyleCnt="0"/>
      <dgm:spPr/>
    </dgm:pt>
    <dgm:pt modelId="{792E8B34-EF42-41C7-BEAD-65D2A23D5CD0}" type="pres">
      <dgm:prSet presAssocID="{845032B4-4911-4B4C-B44D-BF3ABEC13B1F}" presName="hierChild5" presStyleCnt="0"/>
      <dgm:spPr/>
    </dgm:pt>
    <dgm:pt modelId="{6EFADD07-A8B8-4DF4-B2FC-252B10731F8B}" type="pres">
      <dgm:prSet presAssocID="{912F6F71-F3A4-4E2F-98FF-D787FF3ACDB2}" presName="Name37" presStyleLbl="parChTrans1D3" presStyleIdx="8" presStyleCnt="15"/>
      <dgm:spPr/>
    </dgm:pt>
    <dgm:pt modelId="{0E08F7E4-8755-402B-ADC5-7D3F49E17BA7}" type="pres">
      <dgm:prSet presAssocID="{C7A1C1B7-025A-40D2-9083-CF2520068DF4}" presName="hierRoot2" presStyleCnt="0">
        <dgm:presLayoutVars>
          <dgm:hierBranch val="init"/>
        </dgm:presLayoutVars>
      </dgm:prSet>
      <dgm:spPr/>
    </dgm:pt>
    <dgm:pt modelId="{D964D85C-D8BB-4532-A4CC-8B3A2AB7F68C}" type="pres">
      <dgm:prSet presAssocID="{C7A1C1B7-025A-40D2-9083-CF2520068DF4}" presName="rootComposite" presStyleCnt="0"/>
      <dgm:spPr/>
    </dgm:pt>
    <dgm:pt modelId="{A42730D2-2BF7-415C-BDF6-14331D68D0A0}" type="pres">
      <dgm:prSet presAssocID="{C7A1C1B7-025A-40D2-9083-CF2520068DF4}" presName="rootText" presStyleLbl="node3" presStyleIdx="8" presStyleCnt="15" custScaleX="299284">
        <dgm:presLayoutVars>
          <dgm:chPref val="3"/>
        </dgm:presLayoutVars>
      </dgm:prSet>
      <dgm:spPr/>
    </dgm:pt>
    <dgm:pt modelId="{B1707C83-7E1C-4191-A380-6B24E44214D2}" type="pres">
      <dgm:prSet presAssocID="{C7A1C1B7-025A-40D2-9083-CF2520068DF4}" presName="rootConnector" presStyleLbl="node3" presStyleIdx="8" presStyleCnt="15"/>
      <dgm:spPr/>
    </dgm:pt>
    <dgm:pt modelId="{47415A63-EB6F-49B2-9675-C597AEB2E938}" type="pres">
      <dgm:prSet presAssocID="{C7A1C1B7-025A-40D2-9083-CF2520068DF4}" presName="hierChild4" presStyleCnt="0"/>
      <dgm:spPr/>
    </dgm:pt>
    <dgm:pt modelId="{4080978D-5E65-4A66-BEB5-D0F5D0931866}" type="pres">
      <dgm:prSet presAssocID="{C7A1C1B7-025A-40D2-9083-CF2520068DF4}" presName="hierChild5" presStyleCnt="0"/>
      <dgm:spPr/>
    </dgm:pt>
    <dgm:pt modelId="{1CEA3228-2BB4-41B0-893F-73655B2B3E84}" type="pres">
      <dgm:prSet presAssocID="{B0C8B330-CE9E-4658-8D82-6667798D60B0}" presName="Name37" presStyleLbl="parChTrans1D3" presStyleIdx="9" presStyleCnt="15"/>
      <dgm:spPr/>
    </dgm:pt>
    <dgm:pt modelId="{B07D0B26-D0E4-44E4-8D3A-4D6F289FA9A5}" type="pres">
      <dgm:prSet presAssocID="{E6CB9DC0-7816-46FB-92F3-0C0FB8887168}" presName="hierRoot2" presStyleCnt="0">
        <dgm:presLayoutVars>
          <dgm:hierBranch val="init"/>
        </dgm:presLayoutVars>
      </dgm:prSet>
      <dgm:spPr/>
    </dgm:pt>
    <dgm:pt modelId="{F6DFCADD-FF92-4223-9250-B2CD33A2063D}" type="pres">
      <dgm:prSet presAssocID="{E6CB9DC0-7816-46FB-92F3-0C0FB8887168}" presName="rootComposite" presStyleCnt="0"/>
      <dgm:spPr/>
    </dgm:pt>
    <dgm:pt modelId="{7AF5E5C1-9A41-4529-A89A-6EF897D6B50A}" type="pres">
      <dgm:prSet presAssocID="{E6CB9DC0-7816-46FB-92F3-0C0FB8887168}" presName="rootText" presStyleLbl="node3" presStyleIdx="9" presStyleCnt="15" custScaleX="299284">
        <dgm:presLayoutVars>
          <dgm:chPref val="3"/>
        </dgm:presLayoutVars>
      </dgm:prSet>
      <dgm:spPr/>
    </dgm:pt>
    <dgm:pt modelId="{D751E258-0BF7-4DD9-A445-C8D5DC045C2E}" type="pres">
      <dgm:prSet presAssocID="{E6CB9DC0-7816-46FB-92F3-0C0FB8887168}" presName="rootConnector" presStyleLbl="node3" presStyleIdx="9" presStyleCnt="15"/>
      <dgm:spPr/>
    </dgm:pt>
    <dgm:pt modelId="{3B804C4C-1BEB-4C9E-BC4A-7D501BECBE91}" type="pres">
      <dgm:prSet presAssocID="{E6CB9DC0-7816-46FB-92F3-0C0FB8887168}" presName="hierChild4" presStyleCnt="0"/>
      <dgm:spPr/>
    </dgm:pt>
    <dgm:pt modelId="{2753CE2C-03CA-4CF6-9CAA-A44C6478DF8D}" type="pres">
      <dgm:prSet presAssocID="{E6CB9DC0-7816-46FB-92F3-0C0FB8887168}" presName="hierChild5" presStyleCnt="0"/>
      <dgm:spPr/>
    </dgm:pt>
    <dgm:pt modelId="{976A9AC5-33D6-441E-8D2B-1E5F7B3723F9}" type="pres">
      <dgm:prSet presAssocID="{3D3F85C9-66C4-4FBF-96FA-3D816F97029D}" presName="hierChild5" presStyleCnt="0"/>
      <dgm:spPr/>
    </dgm:pt>
    <dgm:pt modelId="{A750862E-BBA5-4703-B182-B6A8FEA74BB7}" type="pres">
      <dgm:prSet presAssocID="{F056808D-6B3A-466F-910F-F2B0C52547FB}" presName="Name37" presStyleLbl="parChTrans1D2" presStyleIdx="2" presStyleCnt="3"/>
      <dgm:spPr/>
    </dgm:pt>
    <dgm:pt modelId="{8FBB56B5-67E2-4624-8A8F-F6E6254CBBC5}" type="pres">
      <dgm:prSet presAssocID="{2CE1BF0D-AF99-4FC5-B252-D5FB05C3220C}" presName="hierRoot2" presStyleCnt="0">
        <dgm:presLayoutVars>
          <dgm:hierBranch val="init"/>
        </dgm:presLayoutVars>
      </dgm:prSet>
      <dgm:spPr/>
    </dgm:pt>
    <dgm:pt modelId="{56D2E538-FD42-437B-9998-0F359125624A}" type="pres">
      <dgm:prSet presAssocID="{2CE1BF0D-AF99-4FC5-B252-D5FB05C3220C}" presName="rootComposite" presStyleCnt="0"/>
      <dgm:spPr/>
    </dgm:pt>
    <dgm:pt modelId="{4699CA32-6544-4DD6-9437-1C0AB3E88B77}" type="pres">
      <dgm:prSet presAssocID="{2CE1BF0D-AF99-4FC5-B252-D5FB05C3220C}" presName="rootText" presStyleLbl="node2" presStyleIdx="2" presStyleCnt="3" custScaleX="299284">
        <dgm:presLayoutVars>
          <dgm:chPref val="3"/>
        </dgm:presLayoutVars>
      </dgm:prSet>
      <dgm:spPr/>
    </dgm:pt>
    <dgm:pt modelId="{EB504A8D-BE85-4D1A-97BD-FA4E15582A1C}" type="pres">
      <dgm:prSet presAssocID="{2CE1BF0D-AF99-4FC5-B252-D5FB05C3220C}" presName="rootConnector" presStyleLbl="node2" presStyleIdx="2" presStyleCnt="3"/>
      <dgm:spPr/>
    </dgm:pt>
    <dgm:pt modelId="{6D9223A8-B514-4E4B-BE35-4806F3F25317}" type="pres">
      <dgm:prSet presAssocID="{2CE1BF0D-AF99-4FC5-B252-D5FB05C3220C}" presName="hierChild4" presStyleCnt="0"/>
      <dgm:spPr/>
    </dgm:pt>
    <dgm:pt modelId="{E514FB2A-4A97-452D-B4B4-4EECC4716D06}" type="pres">
      <dgm:prSet presAssocID="{BE0C1B34-E5F3-4A10-91E2-9F4BB08C398F}" presName="Name37" presStyleLbl="parChTrans1D3" presStyleIdx="10" presStyleCnt="15"/>
      <dgm:spPr/>
    </dgm:pt>
    <dgm:pt modelId="{42F9BCB0-EE57-450B-B78A-B7331E60B296}" type="pres">
      <dgm:prSet presAssocID="{2E66C0B0-063B-4F50-AF12-8A7EEA9C1356}" presName="hierRoot2" presStyleCnt="0">
        <dgm:presLayoutVars>
          <dgm:hierBranch val="init"/>
        </dgm:presLayoutVars>
      </dgm:prSet>
      <dgm:spPr/>
    </dgm:pt>
    <dgm:pt modelId="{54CC0E5D-6EE9-4C76-81E5-7F00972B399B}" type="pres">
      <dgm:prSet presAssocID="{2E66C0B0-063B-4F50-AF12-8A7EEA9C1356}" presName="rootComposite" presStyleCnt="0"/>
      <dgm:spPr/>
    </dgm:pt>
    <dgm:pt modelId="{0E95B6CA-647F-4458-BBF3-184C39A4F903}" type="pres">
      <dgm:prSet presAssocID="{2E66C0B0-063B-4F50-AF12-8A7EEA9C1356}" presName="rootText" presStyleLbl="node3" presStyleIdx="10" presStyleCnt="15" custScaleX="299284">
        <dgm:presLayoutVars>
          <dgm:chPref val="3"/>
        </dgm:presLayoutVars>
      </dgm:prSet>
      <dgm:spPr/>
    </dgm:pt>
    <dgm:pt modelId="{E2C9AD0F-7614-4FFD-B86B-D245F39FF1D5}" type="pres">
      <dgm:prSet presAssocID="{2E66C0B0-063B-4F50-AF12-8A7EEA9C1356}" presName="rootConnector" presStyleLbl="node3" presStyleIdx="10" presStyleCnt="15"/>
      <dgm:spPr/>
    </dgm:pt>
    <dgm:pt modelId="{E8BF3BC2-623C-4AB4-B716-C91BF5E83B55}" type="pres">
      <dgm:prSet presAssocID="{2E66C0B0-063B-4F50-AF12-8A7EEA9C1356}" presName="hierChild4" presStyleCnt="0"/>
      <dgm:spPr/>
    </dgm:pt>
    <dgm:pt modelId="{8506B9F9-61FC-4A85-8CE7-28F83C79E9F0}" type="pres">
      <dgm:prSet presAssocID="{2E66C0B0-063B-4F50-AF12-8A7EEA9C1356}" presName="hierChild5" presStyleCnt="0"/>
      <dgm:spPr/>
    </dgm:pt>
    <dgm:pt modelId="{854FFDEA-C847-43FA-AEA4-154DE36E5F2C}" type="pres">
      <dgm:prSet presAssocID="{377D53FA-6AA7-4DC4-B954-ABF6CDC7B700}" presName="Name37" presStyleLbl="parChTrans1D3" presStyleIdx="11" presStyleCnt="15"/>
      <dgm:spPr/>
    </dgm:pt>
    <dgm:pt modelId="{5768F7CA-E41D-4A63-836C-1EC6E1CD66F1}" type="pres">
      <dgm:prSet presAssocID="{F9A42FD4-2B68-40E1-BCD3-5C10D4C84E7D}" presName="hierRoot2" presStyleCnt="0">
        <dgm:presLayoutVars>
          <dgm:hierBranch val="init"/>
        </dgm:presLayoutVars>
      </dgm:prSet>
      <dgm:spPr/>
    </dgm:pt>
    <dgm:pt modelId="{88EBBC63-E8BA-4E2F-9397-7F1F330270A2}" type="pres">
      <dgm:prSet presAssocID="{F9A42FD4-2B68-40E1-BCD3-5C10D4C84E7D}" presName="rootComposite" presStyleCnt="0"/>
      <dgm:spPr/>
    </dgm:pt>
    <dgm:pt modelId="{3E53AD20-1724-448C-A778-79C3375A799D}" type="pres">
      <dgm:prSet presAssocID="{F9A42FD4-2B68-40E1-BCD3-5C10D4C84E7D}" presName="rootText" presStyleLbl="node3" presStyleIdx="11" presStyleCnt="15" custScaleX="299284">
        <dgm:presLayoutVars>
          <dgm:chPref val="3"/>
        </dgm:presLayoutVars>
      </dgm:prSet>
      <dgm:spPr/>
    </dgm:pt>
    <dgm:pt modelId="{B99EF472-8FEC-49E7-B223-5B7D7D43595D}" type="pres">
      <dgm:prSet presAssocID="{F9A42FD4-2B68-40E1-BCD3-5C10D4C84E7D}" presName="rootConnector" presStyleLbl="node3" presStyleIdx="11" presStyleCnt="15"/>
      <dgm:spPr/>
    </dgm:pt>
    <dgm:pt modelId="{77BEBAA9-CCF3-45D0-9D3E-1314E42FEB02}" type="pres">
      <dgm:prSet presAssocID="{F9A42FD4-2B68-40E1-BCD3-5C10D4C84E7D}" presName="hierChild4" presStyleCnt="0"/>
      <dgm:spPr/>
    </dgm:pt>
    <dgm:pt modelId="{DB0AA807-5A39-4CFA-B6C7-BDC5A7BFEB88}" type="pres">
      <dgm:prSet presAssocID="{F9A42FD4-2B68-40E1-BCD3-5C10D4C84E7D}" presName="hierChild5" presStyleCnt="0"/>
      <dgm:spPr/>
    </dgm:pt>
    <dgm:pt modelId="{AD704667-5C3F-4C56-98DC-5A41E5A92932}" type="pres">
      <dgm:prSet presAssocID="{67C2880A-647B-4886-900C-E41AFADE248B}" presName="Name37" presStyleLbl="parChTrans1D3" presStyleIdx="12" presStyleCnt="15"/>
      <dgm:spPr/>
    </dgm:pt>
    <dgm:pt modelId="{2E38F600-C96A-43F9-A84D-7FFEED62BD74}" type="pres">
      <dgm:prSet presAssocID="{371055D2-2A73-48E2-A453-4C1183AC08AD}" presName="hierRoot2" presStyleCnt="0">
        <dgm:presLayoutVars>
          <dgm:hierBranch val="init"/>
        </dgm:presLayoutVars>
      </dgm:prSet>
      <dgm:spPr/>
    </dgm:pt>
    <dgm:pt modelId="{8123E499-C87B-434C-9F2C-A9C96B41A303}" type="pres">
      <dgm:prSet presAssocID="{371055D2-2A73-48E2-A453-4C1183AC08AD}" presName="rootComposite" presStyleCnt="0"/>
      <dgm:spPr/>
    </dgm:pt>
    <dgm:pt modelId="{A55D5B42-C80B-4A4A-A7DD-15B1FAF21D86}" type="pres">
      <dgm:prSet presAssocID="{371055D2-2A73-48E2-A453-4C1183AC08AD}" presName="rootText" presStyleLbl="node3" presStyleIdx="12" presStyleCnt="15" custScaleX="299284">
        <dgm:presLayoutVars>
          <dgm:chPref val="3"/>
        </dgm:presLayoutVars>
      </dgm:prSet>
      <dgm:spPr/>
    </dgm:pt>
    <dgm:pt modelId="{1B37C3F7-9360-4164-8223-8154EEE15A72}" type="pres">
      <dgm:prSet presAssocID="{371055D2-2A73-48E2-A453-4C1183AC08AD}" presName="rootConnector" presStyleLbl="node3" presStyleIdx="12" presStyleCnt="15"/>
      <dgm:spPr/>
    </dgm:pt>
    <dgm:pt modelId="{037644D8-5A80-4F40-9DDD-2A1C78A3D48E}" type="pres">
      <dgm:prSet presAssocID="{371055D2-2A73-48E2-A453-4C1183AC08AD}" presName="hierChild4" presStyleCnt="0"/>
      <dgm:spPr/>
    </dgm:pt>
    <dgm:pt modelId="{6C1D7263-070A-4DFD-9E0C-602FD638F25F}" type="pres">
      <dgm:prSet presAssocID="{371055D2-2A73-48E2-A453-4C1183AC08AD}" presName="hierChild5" presStyleCnt="0"/>
      <dgm:spPr/>
    </dgm:pt>
    <dgm:pt modelId="{C5806C2E-6483-444E-8127-EE7D30A4D039}" type="pres">
      <dgm:prSet presAssocID="{FA2149F9-07AC-4292-AC83-E8CF12D5AF24}" presName="Name37" presStyleLbl="parChTrans1D3" presStyleIdx="13" presStyleCnt="15"/>
      <dgm:spPr/>
    </dgm:pt>
    <dgm:pt modelId="{974BEDD2-DD3F-49C0-9AFB-055E98F4383F}" type="pres">
      <dgm:prSet presAssocID="{2CF5526A-DCD6-4DEA-9479-A5769201CDFE}" presName="hierRoot2" presStyleCnt="0">
        <dgm:presLayoutVars>
          <dgm:hierBranch val="init"/>
        </dgm:presLayoutVars>
      </dgm:prSet>
      <dgm:spPr/>
    </dgm:pt>
    <dgm:pt modelId="{65E840DD-F48E-4CDF-923C-0C58887AE79F}" type="pres">
      <dgm:prSet presAssocID="{2CF5526A-DCD6-4DEA-9479-A5769201CDFE}" presName="rootComposite" presStyleCnt="0"/>
      <dgm:spPr/>
    </dgm:pt>
    <dgm:pt modelId="{A6094573-812C-4858-8EF3-157E4F652670}" type="pres">
      <dgm:prSet presAssocID="{2CF5526A-DCD6-4DEA-9479-A5769201CDFE}" presName="rootText" presStyleLbl="node3" presStyleIdx="13" presStyleCnt="15" custScaleX="299284">
        <dgm:presLayoutVars>
          <dgm:chPref val="3"/>
        </dgm:presLayoutVars>
      </dgm:prSet>
      <dgm:spPr/>
    </dgm:pt>
    <dgm:pt modelId="{EC47C08E-3131-4A3B-B4A7-DA38700169C2}" type="pres">
      <dgm:prSet presAssocID="{2CF5526A-DCD6-4DEA-9479-A5769201CDFE}" presName="rootConnector" presStyleLbl="node3" presStyleIdx="13" presStyleCnt="15"/>
      <dgm:spPr/>
    </dgm:pt>
    <dgm:pt modelId="{BEE6D627-2F40-4BFC-BFE1-C9E5C44896D1}" type="pres">
      <dgm:prSet presAssocID="{2CF5526A-DCD6-4DEA-9479-A5769201CDFE}" presName="hierChild4" presStyleCnt="0"/>
      <dgm:spPr/>
    </dgm:pt>
    <dgm:pt modelId="{0EB23EF8-ED04-4EBF-BDA8-802D0CD536F5}" type="pres">
      <dgm:prSet presAssocID="{2CF5526A-DCD6-4DEA-9479-A5769201CDFE}" presName="hierChild5" presStyleCnt="0"/>
      <dgm:spPr/>
    </dgm:pt>
    <dgm:pt modelId="{C43D362D-1A56-4B06-A335-F82404D15255}" type="pres">
      <dgm:prSet presAssocID="{33E433B1-CF62-48E5-B511-9EA52C1B37B3}" presName="Name37" presStyleLbl="parChTrans1D3" presStyleIdx="14" presStyleCnt="15"/>
      <dgm:spPr/>
    </dgm:pt>
    <dgm:pt modelId="{AC761E53-EF56-4CC7-ACAF-35D3E920C2DF}" type="pres">
      <dgm:prSet presAssocID="{9EDB1FF7-6F9B-4F87-9E17-52AC18F5DC6D}" presName="hierRoot2" presStyleCnt="0">
        <dgm:presLayoutVars>
          <dgm:hierBranch val="init"/>
        </dgm:presLayoutVars>
      </dgm:prSet>
      <dgm:spPr/>
    </dgm:pt>
    <dgm:pt modelId="{61D6D3FD-6550-4D7C-BC66-3107D2C6D058}" type="pres">
      <dgm:prSet presAssocID="{9EDB1FF7-6F9B-4F87-9E17-52AC18F5DC6D}" presName="rootComposite" presStyleCnt="0"/>
      <dgm:spPr/>
    </dgm:pt>
    <dgm:pt modelId="{ABA4F6D3-757C-482B-AAFF-118EAE5C0463}" type="pres">
      <dgm:prSet presAssocID="{9EDB1FF7-6F9B-4F87-9E17-52AC18F5DC6D}" presName="rootText" presStyleLbl="node3" presStyleIdx="14" presStyleCnt="15" custScaleX="299284">
        <dgm:presLayoutVars>
          <dgm:chPref val="3"/>
        </dgm:presLayoutVars>
      </dgm:prSet>
      <dgm:spPr/>
    </dgm:pt>
    <dgm:pt modelId="{CCAB1BB4-86AD-43C8-AD89-BC0B2162754F}" type="pres">
      <dgm:prSet presAssocID="{9EDB1FF7-6F9B-4F87-9E17-52AC18F5DC6D}" presName="rootConnector" presStyleLbl="node3" presStyleIdx="14" presStyleCnt="15"/>
      <dgm:spPr/>
    </dgm:pt>
    <dgm:pt modelId="{1DF4CDC7-12FC-41C8-AA65-FF2CF8C740E7}" type="pres">
      <dgm:prSet presAssocID="{9EDB1FF7-6F9B-4F87-9E17-52AC18F5DC6D}" presName="hierChild4" presStyleCnt="0"/>
      <dgm:spPr/>
    </dgm:pt>
    <dgm:pt modelId="{9C93F386-B95F-4633-B449-AADD0BF303B1}" type="pres">
      <dgm:prSet presAssocID="{9EDB1FF7-6F9B-4F87-9E17-52AC18F5DC6D}" presName="hierChild5" presStyleCnt="0"/>
      <dgm:spPr/>
    </dgm:pt>
    <dgm:pt modelId="{0A363B29-100A-437E-B97C-E8021D6F0F1D}" type="pres">
      <dgm:prSet presAssocID="{2CE1BF0D-AF99-4FC5-B252-D5FB05C3220C}" presName="hierChild5" presStyleCnt="0"/>
      <dgm:spPr/>
    </dgm:pt>
    <dgm:pt modelId="{BCD43C09-FF39-493C-8738-47641AD29D4F}" type="pres">
      <dgm:prSet presAssocID="{4FC9E995-D15F-4C86-A950-2CA692652CA7}" presName="hierChild3" presStyleCnt="0"/>
      <dgm:spPr/>
    </dgm:pt>
  </dgm:ptLst>
  <dgm:cxnLst>
    <dgm:cxn modelId="{850DDF03-68B4-4BAA-BB2C-0BE555302953}" srcId="{0CF06C97-FDF4-4490-AD5D-08B4F4AE8E54}" destId="{67D7D729-AEA3-41EA-A406-8AA9FE5EDDE0}" srcOrd="1" destOrd="0" parTransId="{B47CD30A-3871-411D-9533-473BE84E50D6}" sibTransId="{64C31D60-7968-43A6-B589-3C7F743F40AD}"/>
    <dgm:cxn modelId="{A5C31009-5F56-4989-A60C-48BA9E153232}" type="presOf" srcId="{79AAD7A9-59FD-4B38-8112-3A474A3C6E7E}" destId="{A903704D-2E86-44DA-BBAE-31550AE1F80C}" srcOrd="0" destOrd="0" presId="urn:microsoft.com/office/officeart/2005/8/layout/orgChart1"/>
    <dgm:cxn modelId="{294C3D09-A220-4E7C-808D-9CCF3968995F}" type="presOf" srcId="{F9A42FD4-2B68-40E1-BCD3-5C10D4C84E7D}" destId="{B99EF472-8FEC-49E7-B223-5B7D7D43595D}" srcOrd="1" destOrd="0" presId="urn:microsoft.com/office/officeart/2005/8/layout/orgChart1"/>
    <dgm:cxn modelId="{E5FD4809-FF04-46DE-9539-66E7CFA8D004}" type="presOf" srcId="{2CE1BF0D-AF99-4FC5-B252-D5FB05C3220C}" destId="{EB504A8D-BE85-4D1A-97BD-FA4E15582A1C}" srcOrd="1" destOrd="0" presId="urn:microsoft.com/office/officeart/2005/8/layout/orgChart1"/>
    <dgm:cxn modelId="{53B5250F-126A-497C-BBFA-B1B948F5A384}" srcId="{4FC9E995-D15F-4C86-A950-2CA692652CA7}" destId="{3D3F85C9-66C4-4FBF-96FA-3D816F97029D}" srcOrd="1" destOrd="0" parTransId="{6CF1CD60-DA8D-4831-8597-3C2B3A46F056}" sibTransId="{E4AF2D10-1873-4D55-BD49-8D219D545F96}"/>
    <dgm:cxn modelId="{AA24FA16-C90F-47F6-BFF1-020A51BAA73C}" type="presOf" srcId="{87944407-AEA9-433D-BF94-23B7573EB2F7}" destId="{37D8A6F3-D0B5-41E8-85AD-12DA92ABB137}" srcOrd="1" destOrd="0" presId="urn:microsoft.com/office/officeart/2005/8/layout/orgChart1"/>
    <dgm:cxn modelId="{48366218-D014-42AA-AA71-7211EB87C25E}" type="presOf" srcId="{9D8EDE61-C6CF-4A55-AA47-7BB92F0F37BB}" destId="{A0A07754-AF74-49FC-957A-6F9D8DF137EC}" srcOrd="0" destOrd="0" presId="urn:microsoft.com/office/officeart/2005/8/layout/orgChart1"/>
    <dgm:cxn modelId="{1DCC3B1D-412F-4175-8305-14D2FDE648C1}" srcId="{2CE1BF0D-AF99-4FC5-B252-D5FB05C3220C}" destId="{2E66C0B0-063B-4F50-AF12-8A7EEA9C1356}" srcOrd="0" destOrd="0" parTransId="{BE0C1B34-E5F3-4A10-91E2-9F4BB08C398F}" sibTransId="{EDC31838-9227-4665-921B-2D48C24513C5}"/>
    <dgm:cxn modelId="{72990922-CA69-4F40-A84B-A48ED57C7BE4}" type="presOf" srcId="{2CF5526A-DCD6-4DEA-9479-A5769201CDFE}" destId="{EC47C08E-3131-4A3B-B4A7-DA38700169C2}" srcOrd="1" destOrd="0" presId="urn:microsoft.com/office/officeart/2005/8/layout/orgChart1"/>
    <dgm:cxn modelId="{0DF13B26-AFE6-43DD-B7D5-0A6B4730061C}" srcId="{0CF06C97-FDF4-4490-AD5D-08B4F4AE8E54}" destId="{8A16BABA-2F0B-4C22-BAED-F85E795058DD}" srcOrd="2" destOrd="0" parTransId="{619B097A-AABB-44A5-8CE0-6D8CBD906317}" sibTransId="{2DFAD872-6F72-440C-BAF8-AF75F777142E}"/>
    <dgm:cxn modelId="{6FBF8528-1828-4932-91A1-3754768C5304}" type="presOf" srcId="{79AAD7A9-59FD-4B38-8112-3A474A3C6E7E}" destId="{9CEADE64-4478-4FCE-9D1C-73189C508A0D}" srcOrd="1" destOrd="0" presId="urn:microsoft.com/office/officeart/2005/8/layout/orgChart1"/>
    <dgm:cxn modelId="{01EAED29-FD60-4583-9643-E0CA75D0A8C8}" type="presOf" srcId="{21D7B606-3D30-4944-AC29-D16724E7F440}" destId="{62833DD1-89E8-418A-A7C1-2FA49C491943}" srcOrd="0" destOrd="0" presId="urn:microsoft.com/office/officeart/2005/8/layout/orgChart1"/>
    <dgm:cxn modelId="{0957B12D-B34B-41F3-9175-7AB4EF9CE252}" srcId="{3D3F85C9-66C4-4FBF-96FA-3D816F97029D}" destId="{B05DB9D1-4826-42DA-993F-7C592B4B4C0D}" srcOrd="0" destOrd="0" parTransId="{1019A983-4B71-40D6-8683-26B7D2FE2F56}" sibTransId="{933F2608-67B9-4FCD-9A3C-AE2AEBD37E16}"/>
    <dgm:cxn modelId="{D034C533-9255-4449-9670-A8D6481EC2D7}" srcId="{3D3F85C9-66C4-4FBF-96FA-3D816F97029D}" destId="{C7A1C1B7-025A-40D2-9083-CF2520068DF4}" srcOrd="3" destOrd="0" parTransId="{912F6F71-F3A4-4E2F-98FF-D787FF3ACDB2}" sibTransId="{12FF8C94-213C-49D1-ABB7-7617EDB9FD16}"/>
    <dgm:cxn modelId="{10FF1838-B23C-4016-8D65-161A0B096E24}" type="presOf" srcId="{2E66C0B0-063B-4F50-AF12-8A7EEA9C1356}" destId="{0E95B6CA-647F-4458-BBF3-184C39A4F903}" srcOrd="0" destOrd="0" presId="urn:microsoft.com/office/officeart/2005/8/layout/orgChart1"/>
    <dgm:cxn modelId="{30BBAB38-B90F-47A3-B43A-85C9EB7C33AE}" type="presOf" srcId="{845032B4-4911-4B4C-B44D-BF3ABEC13B1F}" destId="{527EF426-E2FC-4F1D-A415-3DE6D31BC2DE}" srcOrd="0" destOrd="0" presId="urn:microsoft.com/office/officeart/2005/8/layout/orgChart1"/>
    <dgm:cxn modelId="{A96A283E-649B-4F08-B0F0-8F7E732AF415}" type="presOf" srcId="{1019A983-4B71-40D6-8683-26B7D2FE2F56}" destId="{13158930-A80C-438B-AD9D-C4C2A36779C7}" srcOrd="0" destOrd="0" presId="urn:microsoft.com/office/officeart/2005/8/layout/orgChart1"/>
    <dgm:cxn modelId="{7CEDB95E-B366-44F1-A35F-42225AD1D12D}" type="presOf" srcId="{4FC9E995-D15F-4C86-A950-2CA692652CA7}" destId="{BDE8D7B6-B6B4-4BB5-8271-7F831727E7ED}" srcOrd="1" destOrd="0" presId="urn:microsoft.com/office/officeart/2005/8/layout/orgChart1"/>
    <dgm:cxn modelId="{289A335F-0D7E-464A-B1F3-DA1E013F4424}" type="presOf" srcId="{845032B4-4911-4B4C-B44D-BF3ABEC13B1F}" destId="{5332134F-A2C2-4DF6-BBE4-A0CB10E5C66A}" srcOrd="1" destOrd="0" presId="urn:microsoft.com/office/officeart/2005/8/layout/orgChart1"/>
    <dgm:cxn modelId="{DDA84560-7160-4F63-9162-3252244D12C0}" type="presOf" srcId="{371055D2-2A73-48E2-A453-4C1183AC08AD}" destId="{1B37C3F7-9360-4164-8223-8154EEE15A72}" srcOrd="1" destOrd="0" presId="urn:microsoft.com/office/officeart/2005/8/layout/orgChart1"/>
    <dgm:cxn modelId="{80937741-F0D1-4093-A0CF-65D578DC2656}" type="presOf" srcId="{67D7D729-AEA3-41EA-A406-8AA9FE5EDDE0}" destId="{C92E906A-211E-466E-BF5A-0E7BB27F4A76}" srcOrd="0" destOrd="0" presId="urn:microsoft.com/office/officeart/2005/8/layout/orgChart1"/>
    <dgm:cxn modelId="{473A9769-68D5-4803-A5B4-34DB45B76046}" srcId="{0CF06C97-FDF4-4490-AD5D-08B4F4AE8E54}" destId="{87944407-AEA9-433D-BF94-23B7573EB2F7}" srcOrd="4" destOrd="0" parTransId="{3036DA79-3036-43DA-8C31-D612FB3709D6}" sibTransId="{AEB2E46B-F2AC-4050-BAAA-5FA26503F02C}"/>
    <dgm:cxn modelId="{6801C869-059D-4D42-94F8-8EA7D4C13CA9}" type="presOf" srcId="{912F6F71-F3A4-4E2F-98FF-D787FF3ACDB2}" destId="{6EFADD07-A8B8-4DF4-B2FC-252B10731F8B}" srcOrd="0" destOrd="0" presId="urn:microsoft.com/office/officeart/2005/8/layout/orgChart1"/>
    <dgm:cxn modelId="{FACB106E-CA03-4D30-99B1-67CBCACBED93}" type="presOf" srcId="{A3A09390-4B99-404E-8F58-8D3487BE57D9}" destId="{7E22D15D-ADD4-4A55-B76D-E5A6D6CAD1F1}" srcOrd="0" destOrd="0" presId="urn:microsoft.com/office/officeart/2005/8/layout/orgChart1"/>
    <dgm:cxn modelId="{6CB2454E-A25D-4B35-AA3B-9C23B294EE55}" srcId="{2CE1BF0D-AF99-4FC5-B252-D5FB05C3220C}" destId="{9EDB1FF7-6F9B-4F87-9E17-52AC18F5DC6D}" srcOrd="4" destOrd="0" parTransId="{33E433B1-CF62-48E5-B511-9EA52C1B37B3}" sibTransId="{FFBFF763-D3AB-4290-8EDE-60D57F0A5AC1}"/>
    <dgm:cxn modelId="{9498666F-79A0-44A6-8F34-01A21FF8170C}" type="presOf" srcId="{E6CB9DC0-7816-46FB-92F3-0C0FB8887168}" destId="{7AF5E5C1-9A41-4529-A89A-6EF897D6B50A}" srcOrd="0" destOrd="0" presId="urn:microsoft.com/office/officeart/2005/8/layout/orgChart1"/>
    <dgm:cxn modelId="{1451D651-7279-43D4-84A6-BC6F87B33DDF}" type="presOf" srcId="{8A16BABA-2F0B-4C22-BAED-F85E795058DD}" destId="{BA3DD6B3-ECDA-4743-80ED-7DC31E41ED00}" srcOrd="1" destOrd="0" presId="urn:microsoft.com/office/officeart/2005/8/layout/orgChart1"/>
    <dgm:cxn modelId="{69058172-9D78-47F8-B9A3-C64C62FA92FF}" type="presOf" srcId="{BA6073E5-0D95-45FE-8086-879EB20081C1}" destId="{22D412C6-6494-4087-9E4B-78C0187860CD}" srcOrd="0" destOrd="0" presId="urn:microsoft.com/office/officeart/2005/8/layout/orgChart1"/>
    <dgm:cxn modelId="{F6D14C73-BA0F-458A-AB8A-1C0EBE387440}" type="presOf" srcId="{619B097A-AABB-44A5-8CE0-6D8CBD906317}" destId="{F7D7CDA8-3474-48B8-A9FC-114737BD6479}" srcOrd="0" destOrd="0" presId="urn:microsoft.com/office/officeart/2005/8/layout/orgChart1"/>
    <dgm:cxn modelId="{CF2F4474-7AFE-48B9-A03C-06A5325B8048}" type="presOf" srcId="{371055D2-2A73-48E2-A453-4C1183AC08AD}" destId="{A55D5B42-C80B-4A4A-A7DD-15B1FAF21D86}" srcOrd="0" destOrd="0" presId="urn:microsoft.com/office/officeart/2005/8/layout/orgChart1"/>
    <dgm:cxn modelId="{1E43BB54-5598-4950-8256-FE0DB9084F7B}" type="presOf" srcId="{9EDB1FF7-6F9B-4F87-9E17-52AC18F5DC6D}" destId="{CCAB1BB4-86AD-43C8-AD89-BC0B2162754F}" srcOrd="1" destOrd="0" presId="urn:microsoft.com/office/officeart/2005/8/layout/orgChart1"/>
    <dgm:cxn modelId="{B8897956-CCCD-4A3F-8CE4-6B2FB3C3AE16}" srcId="{3D3F85C9-66C4-4FBF-96FA-3D816F97029D}" destId="{845032B4-4911-4B4C-B44D-BF3ABEC13B1F}" srcOrd="2" destOrd="0" parTransId="{8D3236EC-D225-4AED-8F49-4A9C3A5472DF}" sibTransId="{32C82C1B-7181-497A-901C-1BA7B81F4059}"/>
    <dgm:cxn modelId="{8556AA56-A1E9-4AFC-B691-183FF7AE7A9D}" type="presOf" srcId="{B0C8B330-CE9E-4658-8D82-6667798D60B0}" destId="{1CEA3228-2BB4-41B0-893F-73655B2B3E84}" srcOrd="0" destOrd="0" presId="urn:microsoft.com/office/officeart/2005/8/layout/orgChart1"/>
    <dgm:cxn modelId="{074A4A77-EFD9-4FEC-9724-E4866A23C14D}" type="presOf" srcId="{67D7D729-AEA3-41EA-A406-8AA9FE5EDDE0}" destId="{086284A2-B19F-485C-877F-C2E114A3C666}" srcOrd="1" destOrd="0" presId="urn:microsoft.com/office/officeart/2005/8/layout/orgChart1"/>
    <dgm:cxn modelId="{52BACF57-2847-4889-999B-14544D610DB6}" type="presOf" srcId="{4FC9E995-D15F-4C86-A950-2CA692652CA7}" destId="{DE81C8C9-A534-4BBE-9B4F-85106006C735}" srcOrd="0" destOrd="0" presId="urn:microsoft.com/office/officeart/2005/8/layout/orgChart1"/>
    <dgm:cxn modelId="{3957EA78-BD5F-4862-9F0F-E62028B363D0}" type="presOf" srcId="{2FE58334-E1DF-47AA-B0B8-900F56094907}" destId="{B1AA31FF-84EC-4348-AE47-5A181D6C2CD2}" srcOrd="1" destOrd="0" presId="urn:microsoft.com/office/officeart/2005/8/layout/orgChart1"/>
    <dgm:cxn modelId="{E3387B7B-F7D7-44BC-A25A-2C44F86C5466}" srcId="{BA6073E5-0D95-45FE-8086-879EB20081C1}" destId="{4FC9E995-D15F-4C86-A950-2CA692652CA7}" srcOrd="0" destOrd="0" parTransId="{EF6487EB-B262-43F0-9450-CA09EFED0A64}" sibTransId="{2D94D71A-D208-4174-9F43-358864C83C0B}"/>
    <dgm:cxn modelId="{DE772B84-02AE-4D8E-99AE-791B92948A9B}" srcId="{0CF06C97-FDF4-4490-AD5D-08B4F4AE8E54}" destId="{79AAD7A9-59FD-4B38-8112-3A474A3C6E7E}" srcOrd="0" destOrd="0" parTransId="{9D8EDE61-C6CF-4A55-AA47-7BB92F0F37BB}" sibTransId="{302CDFCD-611F-4535-89A9-9984D8288608}"/>
    <dgm:cxn modelId="{88527B86-4BC4-410A-A4E9-6FC537474F4A}" type="presOf" srcId="{377D53FA-6AA7-4DC4-B954-ABF6CDC7B700}" destId="{854FFDEA-C847-43FA-AEA4-154DE36E5F2C}" srcOrd="0" destOrd="0" presId="urn:microsoft.com/office/officeart/2005/8/layout/orgChart1"/>
    <dgm:cxn modelId="{DEBC4E87-03DE-4CBE-B4E2-2D53FD0920DE}" type="presOf" srcId="{B47CD30A-3871-411D-9533-473BE84E50D6}" destId="{68CF2568-7CDA-46FC-ADB1-6BD1E2D47F60}" srcOrd="0" destOrd="0" presId="urn:microsoft.com/office/officeart/2005/8/layout/orgChart1"/>
    <dgm:cxn modelId="{7221A087-C798-4F70-8ED6-324574620291}" type="presOf" srcId="{33E433B1-CF62-48E5-B511-9EA52C1B37B3}" destId="{C43D362D-1A56-4B06-A335-F82404D15255}" srcOrd="0" destOrd="0" presId="urn:microsoft.com/office/officeart/2005/8/layout/orgChart1"/>
    <dgm:cxn modelId="{BC5B328D-722C-4147-8310-ABEE998EE05B}" type="presOf" srcId="{FA2149F9-07AC-4292-AC83-E8CF12D5AF24}" destId="{C5806C2E-6483-444E-8127-EE7D30A4D039}" srcOrd="0" destOrd="0" presId="urn:microsoft.com/office/officeart/2005/8/layout/orgChart1"/>
    <dgm:cxn modelId="{F0498490-939D-4131-914D-F28C645348DC}" srcId="{2CE1BF0D-AF99-4FC5-B252-D5FB05C3220C}" destId="{371055D2-2A73-48E2-A453-4C1183AC08AD}" srcOrd="2" destOrd="0" parTransId="{67C2880A-647B-4886-900C-E41AFADE248B}" sibTransId="{C019B21C-4EAB-4DF7-9B47-61B0CB3914EE}"/>
    <dgm:cxn modelId="{4F5DFF94-4D89-4638-8876-45585EF5A58C}" type="presOf" srcId="{2CE1BF0D-AF99-4FC5-B252-D5FB05C3220C}" destId="{4699CA32-6544-4DD6-9437-1C0AB3E88B77}" srcOrd="0" destOrd="0" presId="urn:microsoft.com/office/officeart/2005/8/layout/orgChart1"/>
    <dgm:cxn modelId="{B179B296-5E25-479B-B6D2-A6B6BEE864DF}" type="presOf" srcId="{2E66C0B0-063B-4F50-AF12-8A7EEA9C1356}" destId="{E2C9AD0F-7614-4FFD-B86B-D245F39FF1D5}" srcOrd="1" destOrd="0" presId="urn:microsoft.com/office/officeart/2005/8/layout/orgChart1"/>
    <dgm:cxn modelId="{5408FA9B-B8AF-47A7-8304-792787520CC5}" type="presOf" srcId="{87944407-AEA9-433D-BF94-23B7573EB2F7}" destId="{DA7CCD04-B7DF-4CAD-B920-1126CCC468C1}" srcOrd="0" destOrd="0" presId="urn:microsoft.com/office/officeart/2005/8/layout/orgChart1"/>
    <dgm:cxn modelId="{EA50529E-9E8F-4EB5-A920-506233DCEF2D}" type="presOf" srcId="{F056808D-6B3A-466F-910F-F2B0C52547FB}" destId="{A750862E-BBA5-4703-B182-B6A8FEA74BB7}" srcOrd="0" destOrd="0" presId="urn:microsoft.com/office/officeart/2005/8/layout/orgChart1"/>
    <dgm:cxn modelId="{5CBA709F-0C81-401B-93ED-3ED6825C4CA0}" srcId="{2CE1BF0D-AF99-4FC5-B252-D5FB05C3220C}" destId="{F9A42FD4-2B68-40E1-BCD3-5C10D4C84E7D}" srcOrd="1" destOrd="0" parTransId="{377D53FA-6AA7-4DC4-B954-ABF6CDC7B700}" sibTransId="{112CD5BE-03A9-4285-9A50-920782634C6F}"/>
    <dgm:cxn modelId="{6B81B09F-A447-4D93-98A6-70DC9E7FA019}" type="presOf" srcId="{2FE58334-E1DF-47AA-B0B8-900F56094907}" destId="{C8F80C6B-E041-424B-B938-7AA554CBBA51}" srcOrd="0" destOrd="0" presId="urn:microsoft.com/office/officeart/2005/8/layout/orgChart1"/>
    <dgm:cxn modelId="{39E387A0-78B1-4FAA-AD2B-EAA755EC03A5}" type="presOf" srcId="{2CF5526A-DCD6-4DEA-9479-A5769201CDFE}" destId="{A6094573-812C-4858-8EF3-157E4F652670}" srcOrd="0" destOrd="0" presId="urn:microsoft.com/office/officeart/2005/8/layout/orgChart1"/>
    <dgm:cxn modelId="{23415FA5-F18D-46AB-9856-A47CE7EB8323}" srcId="{4FC9E995-D15F-4C86-A950-2CA692652CA7}" destId="{0CF06C97-FDF4-4490-AD5D-08B4F4AE8E54}" srcOrd="0" destOrd="0" parTransId="{A3A09390-4B99-404E-8F58-8D3487BE57D9}" sibTransId="{E2049DBF-755C-4B27-9F24-6EA67D4E9DB3}"/>
    <dgm:cxn modelId="{B8DEFCA6-B761-4B38-9E0D-38FBBD4E1E5C}" type="presOf" srcId="{8D3236EC-D225-4AED-8F49-4A9C3A5472DF}" destId="{4241DB45-C722-44C9-83E9-8D366AB8712B}" srcOrd="0" destOrd="0" presId="urn:microsoft.com/office/officeart/2005/8/layout/orgChart1"/>
    <dgm:cxn modelId="{48F189A9-6418-4043-998B-16707787E263}" type="presOf" srcId="{B05DB9D1-4826-42DA-993F-7C592B4B4C0D}" destId="{D8C12F76-41D0-442B-9C71-064C97EBC53B}" srcOrd="0" destOrd="0" presId="urn:microsoft.com/office/officeart/2005/8/layout/orgChart1"/>
    <dgm:cxn modelId="{7153B5A9-F6AD-4E3B-A9B8-211238F2F99B}" type="presOf" srcId="{C7A1C1B7-025A-40D2-9083-CF2520068DF4}" destId="{A42730D2-2BF7-415C-BDF6-14331D68D0A0}" srcOrd="0" destOrd="0" presId="urn:microsoft.com/office/officeart/2005/8/layout/orgChart1"/>
    <dgm:cxn modelId="{47F8A3AB-1B71-496B-B66E-910943670A8B}" type="presOf" srcId="{0CF06C97-FDF4-4490-AD5D-08B4F4AE8E54}" destId="{E056315B-8003-4C3C-A31E-9B4236E62A1C}" srcOrd="1" destOrd="0" presId="urn:microsoft.com/office/officeart/2005/8/layout/orgChart1"/>
    <dgm:cxn modelId="{F9DB8CAE-B976-40FE-8C69-502F76E2650A}" type="presOf" srcId="{79DD9208-01B3-4856-8A65-317A0BB7D716}" destId="{81137E64-E031-4BC0-A2E3-CA32E41955BD}" srcOrd="0" destOrd="0" presId="urn:microsoft.com/office/officeart/2005/8/layout/orgChart1"/>
    <dgm:cxn modelId="{9994DEB5-194E-4D2A-88B2-E7B2754F673E}" type="presOf" srcId="{F9A42FD4-2B68-40E1-BCD3-5C10D4C84E7D}" destId="{3E53AD20-1724-448C-A778-79C3375A799D}" srcOrd="0" destOrd="0" presId="urn:microsoft.com/office/officeart/2005/8/layout/orgChart1"/>
    <dgm:cxn modelId="{0582E6BF-D97D-470C-841B-0F46BDF21C54}" type="presOf" srcId="{6CF1CD60-DA8D-4831-8597-3C2B3A46F056}" destId="{4FCF777D-25C9-438B-89DD-D1AF67A52006}" srcOrd="0" destOrd="0" presId="urn:microsoft.com/office/officeart/2005/8/layout/orgChart1"/>
    <dgm:cxn modelId="{10A1E5C0-E4B7-4781-8D32-64C3A949C381}" type="presOf" srcId="{552C9C86-EC42-4940-87AB-C6F1D59AFBB2}" destId="{072780D9-4724-43EC-B2C5-06FE8F482E5E}" srcOrd="0" destOrd="0" presId="urn:microsoft.com/office/officeart/2005/8/layout/orgChart1"/>
    <dgm:cxn modelId="{EC461AC7-40D7-47B6-9ADA-00E890FD8CB8}" type="presOf" srcId="{B05DB9D1-4826-42DA-993F-7C592B4B4C0D}" destId="{89B943D0-364F-42B5-8DFB-DAB7A5AA5044}" srcOrd="1" destOrd="0" presId="urn:microsoft.com/office/officeart/2005/8/layout/orgChart1"/>
    <dgm:cxn modelId="{D0B28CD1-7242-4347-B474-55294AB7F3A0}" type="presOf" srcId="{3036DA79-3036-43DA-8C31-D612FB3709D6}" destId="{273A8628-4A8A-4A01-AB2B-D179DCE68662}" srcOrd="0" destOrd="0" presId="urn:microsoft.com/office/officeart/2005/8/layout/orgChart1"/>
    <dgm:cxn modelId="{206E09D2-D875-4EF3-8075-DAF162411C85}" srcId="{4FC9E995-D15F-4C86-A950-2CA692652CA7}" destId="{2CE1BF0D-AF99-4FC5-B252-D5FB05C3220C}" srcOrd="2" destOrd="0" parTransId="{F056808D-6B3A-466F-910F-F2B0C52547FB}" sibTransId="{3D0243BD-77D5-4413-9610-AD0D3CCC1BD0}"/>
    <dgm:cxn modelId="{EF020FD6-C9DA-48C0-8A2F-EB6E8D51E92F}" type="presOf" srcId="{0CF06C97-FDF4-4490-AD5D-08B4F4AE8E54}" destId="{8CEFB0A2-F5D2-4A06-82A1-730DBA9F1EDF}" srcOrd="0" destOrd="0" presId="urn:microsoft.com/office/officeart/2005/8/layout/orgChart1"/>
    <dgm:cxn modelId="{CC65F8D8-DD89-4EBE-B98B-1CED960DC321}" type="presOf" srcId="{9EDB1FF7-6F9B-4F87-9E17-52AC18F5DC6D}" destId="{ABA4F6D3-757C-482B-AAFF-118EAE5C0463}" srcOrd="0" destOrd="0" presId="urn:microsoft.com/office/officeart/2005/8/layout/orgChart1"/>
    <dgm:cxn modelId="{F758AADC-A411-4560-B162-7915B03999D9}" type="presOf" srcId="{3D3F85C9-66C4-4FBF-96FA-3D816F97029D}" destId="{EEA46349-42DC-4294-8AE5-590AA5830F90}" srcOrd="1" destOrd="0" presId="urn:microsoft.com/office/officeart/2005/8/layout/orgChart1"/>
    <dgm:cxn modelId="{3730AEDD-8684-4CC2-8F10-CBB3875AF4CC}" srcId="{3D3F85C9-66C4-4FBF-96FA-3D816F97029D}" destId="{79DD9208-01B3-4856-8A65-317A0BB7D716}" srcOrd="1" destOrd="0" parTransId="{552C9C86-EC42-4940-87AB-C6F1D59AFBB2}" sibTransId="{CFF78EAD-A93B-487D-8E45-DE5568290787}"/>
    <dgm:cxn modelId="{656F5CDE-F076-4CDE-B70C-78C9F4CA1B6C}" type="presOf" srcId="{8A16BABA-2F0B-4C22-BAED-F85E795058DD}" destId="{3CEA0316-D455-4024-997A-9DE03CC566CF}" srcOrd="0" destOrd="0" presId="urn:microsoft.com/office/officeart/2005/8/layout/orgChart1"/>
    <dgm:cxn modelId="{7D9D81E8-5818-48BC-9C7A-C5233B4024C3}" type="presOf" srcId="{E6CB9DC0-7816-46FB-92F3-0C0FB8887168}" destId="{D751E258-0BF7-4DD9-A445-C8D5DC045C2E}" srcOrd="1" destOrd="0" presId="urn:microsoft.com/office/officeart/2005/8/layout/orgChart1"/>
    <dgm:cxn modelId="{7BE8A9E8-5715-4639-9387-5A6AFD78B4FE}" type="presOf" srcId="{79DD9208-01B3-4856-8A65-317A0BB7D716}" destId="{56640D48-56EF-431A-9741-08E3ADE49026}" srcOrd="1" destOrd="0" presId="urn:microsoft.com/office/officeart/2005/8/layout/orgChart1"/>
    <dgm:cxn modelId="{779A0DEA-9138-449C-B792-9DE912AEBE74}" type="presOf" srcId="{67C2880A-647B-4886-900C-E41AFADE248B}" destId="{AD704667-5C3F-4C56-98DC-5A41E5A92932}" srcOrd="0" destOrd="0" presId="urn:microsoft.com/office/officeart/2005/8/layout/orgChart1"/>
    <dgm:cxn modelId="{091D4AEC-9C5C-4F1A-B9F2-FD66A6844F48}" type="presOf" srcId="{C7A1C1B7-025A-40D2-9083-CF2520068DF4}" destId="{B1707C83-7E1C-4191-A380-6B24E44214D2}" srcOrd="1" destOrd="0" presId="urn:microsoft.com/office/officeart/2005/8/layout/orgChart1"/>
    <dgm:cxn modelId="{EF867CEE-A1B0-4B3A-B7E4-D9F78464EB3B}" srcId="{2CE1BF0D-AF99-4FC5-B252-D5FB05C3220C}" destId="{2CF5526A-DCD6-4DEA-9479-A5769201CDFE}" srcOrd="3" destOrd="0" parTransId="{FA2149F9-07AC-4292-AC83-E8CF12D5AF24}" sibTransId="{9FAA3971-8AAF-4109-9EE0-5CC5DAA82FE7}"/>
    <dgm:cxn modelId="{01E58BF0-BC08-40FD-956D-5166E6DD443D}" srcId="{3D3F85C9-66C4-4FBF-96FA-3D816F97029D}" destId="{E6CB9DC0-7816-46FB-92F3-0C0FB8887168}" srcOrd="4" destOrd="0" parTransId="{B0C8B330-CE9E-4658-8D82-6667798D60B0}" sibTransId="{D4F35202-3A6F-4E4C-8DA7-53F1E6EE0510}"/>
    <dgm:cxn modelId="{99851EF6-2AD9-4BAE-8391-8029F70A93F5}" srcId="{0CF06C97-FDF4-4490-AD5D-08B4F4AE8E54}" destId="{2FE58334-E1DF-47AA-B0B8-900F56094907}" srcOrd="3" destOrd="0" parTransId="{21D7B606-3D30-4944-AC29-D16724E7F440}" sibTransId="{C2108B79-F03D-421E-A34B-958E934754A9}"/>
    <dgm:cxn modelId="{2FA8EBF6-CF45-48D8-8FB8-2FA1BDEF9A0C}" type="presOf" srcId="{3D3F85C9-66C4-4FBF-96FA-3D816F97029D}" destId="{E85AC728-7E2A-4A5B-8E9A-6E0527531252}" srcOrd="0" destOrd="0" presId="urn:microsoft.com/office/officeart/2005/8/layout/orgChart1"/>
    <dgm:cxn modelId="{B99753FA-61A9-4408-B1DC-72D959D58985}" type="presOf" srcId="{BE0C1B34-E5F3-4A10-91E2-9F4BB08C398F}" destId="{E514FB2A-4A97-452D-B4B4-4EECC4716D06}" srcOrd="0" destOrd="0" presId="urn:microsoft.com/office/officeart/2005/8/layout/orgChart1"/>
    <dgm:cxn modelId="{B7D2D871-F003-4BE8-B8B2-8D8DFAE12A0C}" type="presParOf" srcId="{22D412C6-6494-4087-9E4B-78C0187860CD}" destId="{EA05B5D4-92D8-4CF9-B8D3-3129958C871D}" srcOrd="0" destOrd="0" presId="urn:microsoft.com/office/officeart/2005/8/layout/orgChart1"/>
    <dgm:cxn modelId="{670B2187-B018-4C0D-AD3D-68E7ED7265CB}" type="presParOf" srcId="{EA05B5D4-92D8-4CF9-B8D3-3129958C871D}" destId="{2F4DDBD7-4570-4CC0-BC77-DC224779B5ED}" srcOrd="0" destOrd="0" presId="urn:microsoft.com/office/officeart/2005/8/layout/orgChart1"/>
    <dgm:cxn modelId="{B93807BA-4B1A-4F0E-AC63-E94FAF81D48E}" type="presParOf" srcId="{2F4DDBD7-4570-4CC0-BC77-DC224779B5ED}" destId="{DE81C8C9-A534-4BBE-9B4F-85106006C735}" srcOrd="0" destOrd="0" presId="urn:microsoft.com/office/officeart/2005/8/layout/orgChart1"/>
    <dgm:cxn modelId="{DE7ED30A-7B32-4C2A-9B0F-1C749ADFC101}" type="presParOf" srcId="{2F4DDBD7-4570-4CC0-BC77-DC224779B5ED}" destId="{BDE8D7B6-B6B4-4BB5-8271-7F831727E7ED}" srcOrd="1" destOrd="0" presId="urn:microsoft.com/office/officeart/2005/8/layout/orgChart1"/>
    <dgm:cxn modelId="{E5081255-D81E-4B54-BC41-59245B033B28}" type="presParOf" srcId="{EA05B5D4-92D8-4CF9-B8D3-3129958C871D}" destId="{A265DBA1-95F5-4522-9707-CACEBB4E3F47}" srcOrd="1" destOrd="0" presId="urn:microsoft.com/office/officeart/2005/8/layout/orgChart1"/>
    <dgm:cxn modelId="{AAC3DBCE-A83C-44FF-A127-4792033C3D14}" type="presParOf" srcId="{A265DBA1-95F5-4522-9707-CACEBB4E3F47}" destId="{7E22D15D-ADD4-4A55-B76D-E5A6D6CAD1F1}" srcOrd="0" destOrd="0" presId="urn:microsoft.com/office/officeart/2005/8/layout/orgChart1"/>
    <dgm:cxn modelId="{8B7BE1C9-1CD6-44DB-9F71-A50EC265BE91}" type="presParOf" srcId="{A265DBA1-95F5-4522-9707-CACEBB4E3F47}" destId="{2988DB80-E228-4800-BEAC-7719FEF627A0}" srcOrd="1" destOrd="0" presId="urn:microsoft.com/office/officeart/2005/8/layout/orgChart1"/>
    <dgm:cxn modelId="{DD420A34-FD81-4A0B-A950-3C415F0406A2}" type="presParOf" srcId="{2988DB80-E228-4800-BEAC-7719FEF627A0}" destId="{251DF398-570E-47E3-A386-77358ECB7EDF}" srcOrd="0" destOrd="0" presId="urn:microsoft.com/office/officeart/2005/8/layout/orgChart1"/>
    <dgm:cxn modelId="{F1037A42-C7B3-4ADA-BD4E-C71724B02626}" type="presParOf" srcId="{251DF398-570E-47E3-A386-77358ECB7EDF}" destId="{8CEFB0A2-F5D2-4A06-82A1-730DBA9F1EDF}" srcOrd="0" destOrd="0" presId="urn:microsoft.com/office/officeart/2005/8/layout/orgChart1"/>
    <dgm:cxn modelId="{4A430421-E9EC-4AC8-B3BA-8F4386C9C1E7}" type="presParOf" srcId="{251DF398-570E-47E3-A386-77358ECB7EDF}" destId="{E056315B-8003-4C3C-A31E-9B4236E62A1C}" srcOrd="1" destOrd="0" presId="urn:microsoft.com/office/officeart/2005/8/layout/orgChart1"/>
    <dgm:cxn modelId="{558602EF-2736-479A-BE4A-BA99C0767632}" type="presParOf" srcId="{2988DB80-E228-4800-BEAC-7719FEF627A0}" destId="{9CD675E2-D842-4986-AB82-C7DC365C5660}" srcOrd="1" destOrd="0" presId="urn:microsoft.com/office/officeart/2005/8/layout/orgChart1"/>
    <dgm:cxn modelId="{5E1F4D33-12C1-4AAD-BC2E-1B2EFEFEDCC3}" type="presParOf" srcId="{9CD675E2-D842-4986-AB82-C7DC365C5660}" destId="{A0A07754-AF74-49FC-957A-6F9D8DF137EC}" srcOrd="0" destOrd="0" presId="urn:microsoft.com/office/officeart/2005/8/layout/orgChart1"/>
    <dgm:cxn modelId="{8EA8ACAE-138B-4ABA-B421-22EE2240D92A}" type="presParOf" srcId="{9CD675E2-D842-4986-AB82-C7DC365C5660}" destId="{B9A24F01-C816-40F6-A2A9-3988AB5B9E46}" srcOrd="1" destOrd="0" presId="urn:microsoft.com/office/officeart/2005/8/layout/orgChart1"/>
    <dgm:cxn modelId="{56EC23BA-89D5-47C9-9E84-3F419A076871}" type="presParOf" srcId="{B9A24F01-C816-40F6-A2A9-3988AB5B9E46}" destId="{A6F0A55F-1FE1-4E9F-97DC-04F3597776B8}" srcOrd="0" destOrd="0" presId="urn:microsoft.com/office/officeart/2005/8/layout/orgChart1"/>
    <dgm:cxn modelId="{07540888-8B11-4081-B42C-286311110ABA}" type="presParOf" srcId="{A6F0A55F-1FE1-4E9F-97DC-04F3597776B8}" destId="{A903704D-2E86-44DA-BBAE-31550AE1F80C}" srcOrd="0" destOrd="0" presId="urn:microsoft.com/office/officeart/2005/8/layout/orgChart1"/>
    <dgm:cxn modelId="{2278CB77-ABF0-4621-B9DC-AECA2A1748DF}" type="presParOf" srcId="{A6F0A55F-1FE1-4E9F-97DC-04F3597776B8}" destId="{9CEADE64-4478-4FCE-9D1C-73189C508A0D}" srcOrd="1" destOrd="0" presId="urn:microsoft.com/office/officeart/2005/8/layout/orgChart1"/>
    <dgm:cxn modelId="{7B27FCA7-D12B-49BC-8D17-73E5160F724D}" type="presParOf" srcId="{B9A24F01-C816-40F6-A2A9-3988AB5B9E46}" destId="{2D2C732A-CF05-4497-A83C-2AADF7F6DFD0}" srcOrd="1" destOrd="0" presId="urn:microsoft.com/office/officeart/2005/8/layout/orgChart1"/>
    <dgm:cxn modelId="{14C27D70-C473-46E9-AA24-6F595E62D0A7}" type="presParOf" srcId="{B9A24F01-C816-40F6-A2A9-3988AB5B9E46}" destId="{25B87E5A-8798-44B7-9A56-13FAF994D313}" srcOrd="2" destOrd="0" presId="urn:microsoft.com/office/officeart/2005/8/layout/orgChart1"/>
    <dgm:cxn modelId="{8AD6FBC4-F41D-417B-B0D9-613FA13D246C}" type="presParOf" srcId="{9CD675E2-D842-4986-AB82-C7DC365C5660}" destId="{68CF2568-7CDA-46FC-ADB1-6BD1E2D47F60}" srcOrd="2" destOrd="0" presId="urn:microsoft.com/office/officeart/2005/8/layout/orgChart1"/>
    <dgm:cxn modelId="{8EAAEBC0-5F33-4ECD-AECD-67CB3615DA71}" type="presParOf" srcId="{9CD675E2-D842-4986-AB82-C7DC365C5660}" destId="{B3D792D1-549D-48B7-BB0C-FCC13CFB867A}" srcOrd="3" destOrd="0" presId="urn:microsoft.com/office/officeart/2005/8/layout/orgChart1"/>
    <dgm:cxn modelId="{CEDC5260-EB46-4FA8-9E6C-DB0F8D9F7813}" type="presParOf" srcId="{B3D792D1-549D-48B7-BB0C-FCC13CFB867A}" destId="{EEB799FB-20F9-42AE-91F1-82382D60AA60}" srcOrd="0" destOrd="0" presId="urn:microsoft.com/office/officeart/2005/8/layout/orgChart1"/>
    <dgm:cxn modelId="{87802053-7354-4EC8-817A-AFD357291ADA}" type="presParOf" srcId="{EEB799FB-20F9-42AE-91F1-82382D60AA60}" destId="{C92E906A-211E-466E-BF5A-0E7BB27F4A76}" srcOrd="0" destOrd="0" presId="urn:microsoft.com/office/officeart/2005/8/layout/orgChart1"/>
    <dgm:cxn modelId="{B80ED2FD-FDEA-4EF8-9917-97622741DED6}" type="presParOf" srcId="{EEB799FB-20F9-42AE-91F1-82382D60AA60}" destId="{086284A2-B19F-485C-877F-C2E114A3C666}" srcOrd="1" destOrd="0" presId="urn:microsoft.com/office/officeart/2005/8/layout/orgChart1"/>
    <dgm:cxn modelId="{6C94DE68-F390-4291-866E-D481805E5652}" type="presParOf" srcId="{B3D792D1-549D-48B7-BB0C-FCC13CFB867A}" destId="{6EBE97CE-4D42-45CC-851E-60C32ED67FE9}" srcOrd="1" destOrd="0" presId="urn:microsoft.com/office/officeart/2005/8/layout/orgChart1"/>
    <dgm:cxn modelId="{9D2B312C-03C7-4942-8895-631A19CA958B}" type="presParOf" srcId="{B3D792D1-549D-48B7-BB0C-FCC13CFB867A}" destId="{7BAB5508-01D0-4B7D-93FE-9E0893D47CD5}" srcOrd="2" destOrd="0" presId="urn:microsoft.com/office/officeart/2005/8/layout/orgChart1"/>
    <dgm:cxn modelId="{11A78B17-E5B2-4615-8401-A28E38BEE537}" type="presParOf" srcId="{9CD675E2-D842-4986-AB82-C7DC365C5660}" destId="{F7D7CDA8-3474-48B8-A9FC-114737BD6479}" srcOrd="4" destOrd="0" presId="urn:microsoft.com/office/officeart/2005/8/layout/orgChart1"/>
    <dgm:cxn modelId="{C2690DEC-9627-4670-8EA6-D6AFB618CF07}" type="presParOf" srcId="{9CD675E2-D842-4986-AB82-C7DC365C5660}" destId="{8FF96A4D-B00F-4093-B4B0-DE621505E2E7}" srcOrd="5" destOrd="0" presId="urn:microsoft.com/office/officeart/2005/8/layout/orgChart1"/>
    <dgm:cxn modelId="{FF89666D-AB43-4590-93A0-B54874187128}" type="presParOf" srcId="{8FF96A4D-B00F-4093-B4B0-DE621505E2E7}" destId="{0B28FFAF-D4E7-417F-9F88-83E7AF15047A}" srcOrd="0" destOrd="0" presId="urn:microsoft.com/office/officeart/2005/8/layout/orgChart1"/>
    <dgm:cxn modelId="{B4FCA3E9-C81A-405E-BA97-337FB98287CD}" type="presParOf" srcId="{0B28FFAF-D4E7-417F-9F88-83E7AF15047A}" destId="{3CEA0316-D455-4024-997A-9DE03CC566CF}" srcOrd="0" destOrd="0" presId="urn:microsoft.com/office/officeart/2005/8/layout/orgChart1"/>
    <dgm:cxn modelId="{E3CBFD2C-7799-4683-A1CE-18CD1674AF52}" type="presParOf" srcId="{0B28FFAF-D4E7-417F-9F88-83E7AF15047A}" destId="{BA3DD6B3-ECDA-4743-80ED-7DC31E41ED00}" srcOrd="1" destOrd="0" presId="urn:microsoft.com/office/officeart/2005/8/layout/orgChart1"/>
    <dgm:cxn modelId="{616AD7CC-7AAA-4397-BF90-85171B9F1941}" type="presParOf" srcId="{8FF96A4D-B00F-4093-B4B0-DE621505E2E7}" destId="{F02A8156-BBFF-465B-9818-000C484E58BC}" srcOrd="1" destOrd="0" presId="urn:microsoft.com/office/officeart/2005/8/layout/orgChart1"/>
    <dgm:cxn modelId="{642E5ACA-5375-4141-AEEC-DF8BE699A126}" type="presParOf" srcId="{8FF96A4D-B00F-4093-B4B0-DE621505E2E7}" destId="{CBEC48AF-D930-43CD-A4D9-DE8858E69145}" srcOrd="2" destOrd="0" presId="urn:microsoft.com/office/officeart/2005/8/layout/orgChart1"/>
    <dgm:cxn modelId="{4CE37A90-0C6B-4026-AC3F-47A820979E10}" type="presParOf" srcId="{9CD675E2-D842-4986-AB82-C7DC365C5660}" destId="{62833DD1-89E8-418A-A7C1-2FA49C491943}" srcOrd="6" destOrd="0" presId="urn:microsoft.com/office/officeart/2005/8/layout/orgChart1"/>
    <dgm:cxn modelId="{0B2C9F83-5DDB-4E22-9B18-92F7B4821599}" type="presParOf" srcId="{9CD675E2-D842-4986-AB82-C7DC365C5660}" destId="{AEE443CB-C77C-4872-A874-7F442494000E}" srcOrd="7" destOrd="0" presId="urn:microsoft.com/office/officeart/2005/8/layout/orgChart1"/>
    <dgm:cxn modelId="{D2E89506-1138-4A0C-9BDC-035D1B1ED666}" type="presParOf" srcId="{AEE443CB-C77C-4872-A874-7F442494000E}" destId="{8B84AF68-CB43-4A37-B685-F76C731CC313}" srcOrd="0" destOrd="0" presId="urn:microsoft.com/office/officeart/2005/8/layout/orgChart1"/>
    <dgm:cxn modelId="{12D27139-976C-4266-AA73-4A41A1A8BFE9}" type="presParOf" srcId="{8B84AF68-CB43-4A37-B685-F76C731CC313}" destId="{C8F80C6B-E041-424B-B938-7AA554CBBA51}" srcOrd="0" destOrd="0" presId="urn:microsoft.com/office/officeart/2005/8/layout/orgChart1"/>
    <dgm:cxn modelId="{1254D804-BAA1-483F-B5EA-555800F2B7B5}" type="presParOf" srcId="{8B84AF68-CB43-4A37-B685-F76C731CC313}" destId="{B1AA31FF-84EC-4348-AE47-5A181D6C2CD2}" srcOrd="1" destOrd="0" presId="urn:microsoft.com/office/officeart/2005/8/layout/orgChart1"/>
    <dgm:cxn modelId="{FA685A94-4430-4D12-BBA7-7C76D36DBE06}" type="presParOf" srcId="{AEE443CB-C77C-4872-A874-7F442494000E}" destId="{F5D7BDBE-4679-4870-9D09-E325C3500C6E}" srcOrd="1" destOrd="0" presId="urn:microsoft.com/office/officeart/2005/8/layout/orgChart1"/>
    <dgm:cxn modelId="{F3872826-1E7F-4B3C-95B8-C549BDBE5E5D}" type="presParOf" srcId="{AEE443CB-C77C-4872-A874-7F442494000E}" destId="{8D307B98-274B-475C-8CB5-FE81AACC2C5A}" srcOrd="2" destOrd="0" presId="urn:microsoft.com/office/officeart/2005/8/layout/orgChart1"/>
    <dgm:cxn modelId="{6313611A-5126-497B-909F-D2005910A428}" type="presParOf" srcId="{9CD675E2-D842-4986-AB82-C7DC365C5660}" destId="{273A8628-4A8A-4A01-AB2B-D179DCE68662}" srcOrd="8" destOrd="0" presId="urn:microsoft.com/office/officeart/2005/8/layout/orgChart1"/>
    <dgm:cxn modelId="{FB89861E-3AC9-4177-8D61-795215862B82}" type="presParOf" srcId="{9CD675E2-D842-4986-AB82-C7DC365C5660}" destId="{D48AEDB5-DC91-44C2-B35E-3480A1B400E2}" srcOrd="9" destOrd="0" presId="urn:microsoft.com/office/officeart/2005/8/layout/orgChart1"/>
    <dgm:cxn modelId="{22766A93-022B-4C04-9B91-0799C2459C31}" type="presParOf" srcId="{D48AEDB5-DC91-44C2-B35E-3480A1B400E2}" destId="{6433D964-5FC5-4622-9273-049277C7704C}" srcOrd="0" destOrd="0" presId="urn:microsoft.com/office/officeart/2005/8/layout/orgChart1"/>
    <dgm:cxn modelId="{D5F4E109-5A31-4A22-9C48-5510D5C2AD89}" type="presParOf" srcId="{6433D964-5FC5-4622-9273-049277C7704C}" destId="{DA7CCD04-B7DF-4CAD-B920-1126CCC468C1}" srcOrd="0" destOrd="0" presId="urn:microsoft.com/office/officeart/2005/8/layout/orgChart1"/>
    <dgm:cxn modelId="{7F06A192-A372-475E-9B4C-8217565AA545}" type="presParOf" srcId="{6433D964-5FC5-4622-9273-049277C7704C}" destId="{37D8A6F3-D0B5-41E8-85AD-12DA92ABB137}" srcOrd="1" destOrd="0" presId="urn:microsoft.com/office/officeart/2005/8/layout/orgChart1"/>
    <dgm:cxn modelId="{4A57E395-DA2E-4D11-8AAD-5AEA5A709C4C}" type="presParOf" srcId="{D48AEDB5-DC91-44C2-B35E-3480A1B400E2}" destId="{36BDDB27-595E-46A7-9841-B83945599606}" srcOrd="1" destOrd="0" presId="urn:microsoft.com/office/officeart/2005/8/layout/orgChart1"/>
    <dgm:cxn modelId="{8FC2DD22-CF71-419C-9565-491943C8E01F}" type="presParOf" srcId="{D48AEDB5-DC91-44C2-B35E-3480A1B400E2}" destId="{C396D4A8-934A-4B30-8EA4-E65AAC54D72E}" srcOrd="2" destOrd="0" presId="urn:microsoft.com/office/officeart/2005/8/layout/orgChart1"/>
    <dgm:cxn modelId="{878E581D-F9DC-489C-9E5D-C6D5FD17CAAA}" type="presParOf" srcId="{2988DB80-E228-4800-BEAC-7719FEF627A0}" destId="{4C8DCD9E-20FB-4084-A98E-15B09035FF11}" srcOrd="2" destOrd="0" presId="urn:microsoft.com/office/officeart/2005/8/layout/orgChart1"/>
    <dgm:cxn modelId="{6363A660-877B-4533-A3FE-87E1EC638179}" type="presParOf" srcId="{A265DBA1-95F5-4522-9707-CACEBB4E3F47}" destId="{4FCF777D-25C9-438B-89DD-D1AF67A52006}" srcOrd="2" destOrd="0" presId="urn:microsoft.com/office/officeart/2005/8/layout/orgChart1"/>
    <dgm:cxn modelId="{0232E89A-1365-4BAF-A204-F82EE15C4509}" type="presParOf" srcId="{A265DBA1-95F5-4522-9707-CACEBB4E3F47}" destId="{C5D6FEFD-43AA-4B8C-95F6-443D07467C31}" srcOrd="3" destOrd="0" presId="urn:microsoft.com/office/officeart/2005/8/layout/orgChart1"/>
    <dgm:cxn modelId="{BEFC0F78-6C0D-4680-AF67-5D6A782C9E9A}" type="presParOf" srcId="{C5D6FEFD-43AA-4B8C-95F6-443D07467C31}" destId="{99F23A24-28AA-4B52-8484-66D29ED7F58B}" srcOrd="0" destOrd="0" presId="urn:microsoft.com/office/officeart/2005/8/layout/orgChart1"/>
    <dgm:cxn modelId="{BCEBD165-5D87-4DB3-9236-585E045E97B8}" type="presParOf" srcId="{99F23A24-28AA-4B52-8484-66D29ED7F58B}" destId="{E85AC728-7E2A-4A5B-8E9A-6E0527531252}" srcOrd="0" destOrd="0" presId="urn:microsoft.com/office/officeart/2005/8/layout/orgChart1"/>
    <dgm:cxn modelId="{BCE3EF8E-EF9E-4D55-A8F8-09755D43E16E}" type="presParOf" srcId="{99F23A24-28AA-4B52-8484-66D29ED7F58B}" destId="{EEA46349-42DC-4294-8AE5-590AA5830F90}" srcOrd="1" destOrd="0" presId="urn:microsoft.com/office/officeart/2005/8/layout/orgChart1"/>
    <dgm:cxn modelId="{7A1F6F53-7FE9-4486-8CFF-318D4B01EBDF}" type="presParOf" srcId="{C5D6FEFD-43AA-4B8C-95F6-443D07467C31}" destId="{F0CBF907-0FC1-46D8-8D04-D34E232CF7F0}" srcOrd="1" destOrd="0" presId="urn:microsoft.com/office/officeart/2005/8/layout/orgChart1"/>
    <dgm:cxn modelId="{DCD4D79B-C1DB-4CB6-9A28-34AFE561B384}" type="presParOf" srcId="{F0CBF907-0FC1-46D8-8D04-D34E232CF7F0}" destId="{13158930-A80C-438B-AD9D-C4C2A36779C7}" srcOrd="0" destOrd="0" presId="urn:microsoft.com/office/officeart/2005/8/layout/orgChart1"/>
    <dgm:cxn modelId="{A01B8BAF-2ED5-4776-8AF5-CB27C2D0C00C}" type="presParOf" srcId="{F0CBF907-0FC1-46D8-8D04-D34E232CF7F0}" destId="{632E0A58-1AE5-4372-A429-B07A3BE75C2C}" srcOrd="1" destOrd="0" presId="urn:microsoft.com/office/officeart/2005/8/layout/orgChart1"/>
    <dgm:cxn modelId="{566802A4-A606-42C5-A605-70EBF9ABCFE0}" type="presParOf" srcId="{632E0A58-1AE5-4372-A429-B07A3BE75C2C}" destId="{0C0C4AB8-C2DE-424A-B39C-AD1857A6C3E7}" srcOrd="0" destOrd="0" presId="urn:microsoft.com/office/officeart/2005/8/layout/orgChart1"/>
    <dgm:cxn modelId="{205728DD-1460-471B-B0DC-2E8D4B704B09}" type="presParOf" srcId="{0C0C4AB8-C2DE-424A-B39C-AD1857A6C3E7}" destId="{D8C12F76-41D0-442B-9C71-064C97EBC53B}" srcOrd="0" destOrd="0" presId="urn:microsoft.com/office/officeart/2005/8/layout/orgChart1"/>
    <dgm:cxn modelId="{3BEB2695-641D-4FA5-B600-9B6FE34A5D47}" type="presParOf" srcId="{0C0C4AB8-C2DE-424A-B39C-AD1857A6C3E7}" destId="{89B943D0-364F-42B5-8DFB-DAB7A5AA5044}" srcOrd="1" destOrd="0" presId="urn:microsoft.com/office/officeart/2005/8/layout/orgChart1"/>
    <dgm:cxn modelId="{4B35D645-D602-4C37-BE35-08D5616E30DF}" type="presParOf" srcId="{632E0A58-1AE5-4372-A429-B07A3BE75C2C}" destId="{B63A5021-69A0-47C4-8B5D-A3E4E9B91C25}" srcOrd="1" destOrd="0" presId="urn:microsoft.com/office/officeart/2005/8/layout/orgChart1"/>
    <dgm:cxn modelId="{F01050B3-1FBA-4AA7-94F1-FCB58F318969}" type="presParOf" srcId="{632E0A58-1AE5-4372-A429-B07A3BE75C2C}" destId="{54E7C2E0-8701-4725-873D-7E25B831EDD1}" srcOrd="2" destOrd="0" presId="urn:microsoft.com/office/officeart/2005/8/layout/orgChart1"/>
    <dgm:cxn modelId="{D12F7852-0B5D-4BE2-AE67-E1233408909D}" type="presParOf" srcId="{F0CBF907-0FC1-46D8-8D04-D34E232CF7F0}" destId="{072780D9-4724-43EC-B2C5-06FE8F482E5E}" srcOrd="2" destOrd="0" presId="urn:microsoft.com/office/officeart/2005/8/layout/orgChart1"/>
    <dgm:cxn modelId="{6A02F306-B313-440A-A05E-101973A1B278}" type="presParOf" srcId="{F0CBF907-0FC1-46D8-8D04-D34E232CF7F0}" destId="{109351B7-3921-4962-A220-8724C700B7D0}" srcOrd="3" destOrd="0" presId="urn:microsoft.com/office/officeart/2005/8/layout/orgChart1"/>
    <dgm:cxn modelId="{72EA038E-AF36-44A4-ABBF-8C7E96A0AE5E}" type="presParOf" srcId="{109351B7-3921-4962-A220-8724C700B7D0}" destId="{C0C0FD6E-1C3C-4EE2-9DD0-5DBE0C7414B9}" srcOrd="0" destOrd="0" presId="urn:microsoft.com/office/officeart/2005/8/layout/orgChart1"/>
    <dgm:cxn modelId="{2286F499-0A4A-4BF7-8C0B-0A4F57CB6F72}" type="presParOf" srcId="{C0C0FD6E-1C3C-4EE2-9DD0-5DBE0C7414B9}" destId="{81137E64-E031-4BC0-A2E3-CA32E41955BD}" srcOrd="0" destOrd="0" presId="urn:microsoft.com/office/officeart/2005/8/layout/orgChart1"/>
    <dgm:cxn modelId="{201BEB3A-CC46-4E35-B4AF-CE2E2CCD304D}" type="presParOf" srcId="{C0C0FD6E-1C3C-4EE2-9DD0-5DBE0C7414B9}" destId="{56640D48-56EF-431A-9741-08E3ADE49026}" srcOrd="1" destOrd="0" presId="urn:microsoft.com/office/officeart/2005/8/layout/orgChart1"/>
    <dgm:cxn modelId="{37B08EC5-A02E-4029-B3C5-16AAFAA739E7}" type="presParOf" srcId="{109351B7-3921-4962-A220-8724C700B7D0}" destId="{2E2BB43F-893E-45BD-9936-5F25D1B79AE5}" srcOrd="1" destOrd="0" presId="urn:microsoft.com/office/officeart/2005/8/layout/orgChart1"/>
    <dgm:cxn modelId="{8F6B714F-0D88-435C-AEEB-DFEF4957AF91}" type="presParOf" srcId="{109351B7-3921-4962-A220-8724C700B7D0}" destId="{57C0F846-0F0B-45F7-9BB4-B3423EFEDD67}" srcOrd="2" destOrd="0" presId="urn:microsoft.com/office/officeart/2005/8/layout/orgChart1"/>
    <dgm:cxn modelId="{488EDC85-FAF9-4DE3-8D06-19A1ADFFA2EF}" type="presParOf" srcId="{F0CBF907-0FC1-46D8-8D04-D34E232CF7F0}" destId="{4241DB45-C722-44C9-83E9-8D366AB8712B}" srcOrd="4" destOrd="0" presId="urn:microsoft.com/office/officeart/2005/8/layout/orgChart1"/>
    <dgm:cxn modelId="{A3A8E358-E211-46C9-814C-19BBA9D223F1}" type="presParOf" srcId="{F0CBF907-0FC1-46D8-8D04-D34E232CF7F0}" destId="{2AD414E5-748F-4095-9D48-62131B2584F1}" srcOrd="5" destOrd="0" presId="urn:microsoft.com/office/officeart/2005/8/layout/orgChart1"/>
    <dgm:cxn modelId="{BBA2DA18-1B86-4014-89C9-F7BCC266FDDB}" type="presParOf" srcId="{2AD414E5-748F-4095-9D48-62131B2584F1}" destId="{E260D3FF-8773-49E0-B61E-14F820069B2D}" srcOrd="0" destOrd="0" presId="urn:microsoft.com/office/officeart/2005/8/layout/orgChart1"/>
    <dgm:cxn modelId="{17622C22-907C-4E9D-BF9A-31CF0F225374}" type="presParOf" srcId="{E260D3FF-8773-49E0-B61E-14F820069B2D}" destId="{527EF426-E2FC-4F1D-A415-3DE6D31BC2DE}" srcOrd="0" destOrd="0" presId="urn:microsoft.com/office/officeart/2005/8/layout/orgChart1"/>
    <dgm:cxn modelId="{EAC2551F-C0B9-4F07-8B93-51A461BE1966}" type="presParOf" srcId="{E260D3FF-8773-49E0-B61E-14F820069B2D}" destId="{5332134F-A2C2-4DF6-BBE4-A0CB10E5C66A}" srcOrd="1" destOrd="0" presId="urn:microsoft.com/office/officeart/2005/8/layout/orgChart1"/>
    <dgm:cxn modelId="{7EF02FB7-1BAC-411F-8182-3CB288BEEA95}" type="presParOf" srcId="{2AD414E5-748F-4095-9D48-62131B2584F1}" destId="{E6669EEB-539D-437C-86F8-EAAD3F63B86A}" srcOrd="1" destOrd="0" presId="urn:microsoft.com/office/officeart/2005/8/layout/orgChart1"/>
    <dgm:cxn modelId="{BAAF697B-48E3-4449-89CD-663C339CB279}" type="presParOf" srcId="{2AD414E5-748F-4095-9D48-62131B2584F1}" destId="{792E8B34-EF42-41C7-BEAD-65D2A23D5CD0}" srcOrd="2" destOrd="0" presId="urn:microsoft.com/office/officeart/2005/8/layout/orgChart1"/>
    <dgm:cxn modelId="{DB9C761B-D138-444E-B934-53A8D7215BE8}" type="presParOf" srcId="{F0CBF907-0FC1-46D8-8D04-D34E232CF7F0}" destId="{6EFADD07-A8B8-4DF4-B2FC-252B10731F8B}" srcOrd="6" destOrd="0" presId="urn:microsoft.com/office/officeart/2005/8/layout/orgChart1"/>
    <dgm:cxn modelId="{6008C963-600A-4A16-AFAD-4975B19083F3}" type="presParOf" srcId="{F0CBF907-0FC1-46D8-8D04-D34E232CF7F0}" destId="{0E08F7E4-8755-402B-ADC5-7D3F49E17BA7}" srcOrd="7" destOrd="0" presId="urn:microsoft.com/office/officeart/2005/8/layout/orgChart1"/>
    <dgm:cxn modelId="{DE22B1B4-2DD1-421F-8B5E-F3B2BA8E60A0}" type="presParOf" srcId="{0E08F7E4-8755-402B-ADC5-7D3F49E17BA7}" destId="{D964D85C-D8BB-4532-A4CC-8B3A2AB7F68C}" srcOrd="0" destOrd="0" presId="urn:microsoft.com/office/officeart/2005/8/layout/orgChart1"/>
    <dgm:cxn modelId="{E1007C47-BD59-44B8-95F3-89686E8A6D64}" type="presParOf" srcId="{D964D85C-D8BB-4532-A4CC-8B3A2AB7F68C}" destId="{A42730D2-2BF7-415C-BDF6-14331D68D0A0}" srcOrd="0" destOrd="0" presId="urn:microsoft.com/office/officeart/2005/8/layout/orgChart1"/>
    <dgm:cxn modelId="{696239BA-65F6-4641-A88A-E17A2C416D75}" type="presParOf" srcId="{D964D85C-D8BB-4532-A4CC-8B3A2AB7F68C}" destId="{B1707C83-7E1C-4191-A380-6B24E44214D2}" srcOrd="1" destOrd="0" presId="urn:microsoft.com/office/officeart/2005/8/layout/orgChart1"/>
    <dgm:cxn modelId="{01B338F4-C5FF-44A1-8F41-36CC75E5684D}" type="presParOf" srcId="{0E08F7E4-8755-402B-ADC5-7D3F49E17BA7}" destId="{47415A63-EB6F-49B2-9675-C597AEB2E938}" srcOrd="1" destOrd="0" presId="urn:microsoft.com/office/officeart/2005/8/layout/orgChart1"/>
    <dgm:cxn modelId="{B703F34E-C55C-472A-A4EA-353C6FEDB51E}" type="presParOf" srcId="{0E08F7E4-8755-402B-ADC5-7D3F49E17BA7}" destId="{4080978D-5E65-4A66-BEB5-D0F5D0931866}" srcOrd="2" destOrd="0" presId="urn:microsoft.com/office/officeart/2005/8/layout/orgChart1"/>
    <dgm:cxn modelId="{CEAB1D94-D4C1-4C33-A2FD-90AFD6378967}" type="presParOf" srcId="{F0CBF907-0FC1-46D8-8D04-D34E232CF7F0}" destId="{1CEA3228-2BB4-41B0-893F-73655B2B3E84}" srcOrd="8" destOrd="0" presId="urn:microsoft.com/office/officeart/2005/8/layout/orgChart1"/>
    <dgm:cxn modelId="{5CCAA92E-6175-48AA-B29F-ABE4333D3E29}" type="presParOf" srcId="{F0CBF907-0FC1-46D8-8D04-D34E232CF7F0}" destId="{B07D0B26-D0E4-44E4-8D3A-4D6F289FA9A5}" srcOrd="9" destOrd="0" presId="urn:microsoft.com/office/officeart/2005/8/layout/orgChart1"/>
    <dgm:cxn modelId="{54204D8F-80F3-4688-B4E2-56D7AEB9FEC9}" type="presParOf" srcId="{B07D0B26-D0E4-44E4-8D3A-4D6F289FA9A5}" destId="{F6DFCADD-FF92-4223-9250-B2CD33A2063D}" srcOrd="0" destOrd="0" presId="urn:microsoft.com/office/officeart/2005/8/layout/orgChart1"/>
    <dgm:cxn modelId="{82E33BF3-8203-4853-8F01-C5AAC5FDF49C}" type="presParOf" srcId="{F6DFCADD-FF92-4223-9250-B2CD33A2063D}" destId="{7AF5E5C1-9A41-4529-A89A-6EF897D6B50A}" srcOrd="0" destOrd="0" presId="urn:microsoft.com/office/officeart/2005/8/layout/orgChart1"/>
    <dgm:cxn modelId="{52F809FE-EDB6-4104-9F58-5E1665293EF2}" type="presParOf" srcId="{F6DFCADD-FF92-4223-9250-B2CD33A2063D}" destId="{D751E258-0BF7-4DD9-A445-C8D5DC045C2E}" srcOrd="1" destOrd="0" presId="urn:microsoft.com/office/officeart/2005/8/layout/orgChart1"/>
    <dgm:cxn modelId="{02F6F052-EF26-4510-8E5F-C9C626E5B8F2}" type="presParOf" srcId="{B07D0B26-D0E4-44E4-8D3A-4D6F289FA9A5}" destId="{3B804C4C-1BEB-4C9E-BC4A-7D501BECBE91}" srcOrd="1" destOrd="0" presId="urn:microsoft.com/office/officeart/2005/8/layout/orgChart1"/>
    <dgm:cxn modelId="{705B5227-B98E-46FD-8EAB-AAB9D2D5DB5B}" type="presParOf" srcId="{B07D0B26-D0E4-44E4-8D3A-4D6F289FA9A5}" destId="{2753CE2C-03CA-4CF6-9CAA-A44C6478DF8D}" srcOrd="2" destOrd="0" presId="urn:microsoft.com/office/officeart/2005/8/layout/orgChart1"/>
    <dgm:cxn modelId="{942C1DDB-86FD-437D-A3EE-0F25905F223C}" type="presParOf" srcId="{C5D6FEFD-43AA-4B8C-95F6-443D07467C31}" destId="{976A9AC5-33D6-441E-8D2B-1E5F7B3723F9}" srcOrd="2" destOrd="0" presId="urn:microsoft.com/office/officeart/2005/8/layout/orgChart1"/>
    <dgm:cxn modelId="{4D1115D1-EB6D-4108-B0AB-B430BCA60902}" type="presParOf" srcId="{A265DBA1-95F5-4522-9707-CACEBB4E3F47}" destId="{A750862E-BBA5-4703-B182-B6A8FEA74BB7}" srcOrd="4" destOrd="0" presId="urn:microsoft.com/office/officeart/2005/8/layout/orgChart1"/>
    <dgm:cxn modelId="{B817EF02-D89D-420F-AB1C-9F9AB70AA52D}" type="presParOf" srcId="{A265DBA1-95F5-4522-9707-CACEBB4E3F47}" destId="{8FBB56B5-67E2-4624-8A8F-F6E6254CBBC5}" srcOrd="5" destOrd="0" presId="urn:microsoft.com/office/officeart/2005/8/layout/orgChart1"/>
    <dgm:cxn modelId="{316584F3-0E39-4548-8993-FB7C6FB1297B}" type="presParOf" srcId="{8FBB56B5-67E2-4624-8A8F-F6E6254CBBC5}" destId="{56D2E538-FD42-437B-9998-0F359125624A}" srcOrd="0" destOrd="0" presId="urn:microsoft.com/office/officeart/2005/8/layout/orgChart1"/>
    <dgm:cxn modelId="{48DDEA3A-F393-44F9-A26A-B67F2C234864}" type="presParOf" srcId="{56D2E538-FD42-437B-9998-0F359125624A}" destId="{4699CA32-6544-4DD6-9437-1C0AB3E88B77}" srcOrd="0" destOrd="0" presId="urn:microsoft.com/office/officeart/2005/8/layout/orgChart1"/>
    <dgm:cxn modelId="{A711ABE8-DC51-4650-9F9F-EC9EC1AD508E}" type="presParOf" srcId="{56D2E538-FD42-437B-9998-0F359125624A}" destId="{EB504A8D-BE85-4D1A-97BD-FA4E15582A1C}" srcOrd="1" destOrd="0" presId="urn:microsoft.com/office/officeart/2005/8/layout/orgChart1"/>
    <dgm:cxn modelId="{E95647FF-2D9F-4A6F-946D-3A68B737B1BB}" type="presParOf" srcId="{8FBB56B5-67E2-4624-8A8F-F6E6254CBBC5}" destId="{6D9223A8-B514-4E4B-BE35-4806F3F25317}" srcOrd="1" destOrd="0" presId="urn:microsoft.com/office/officeart/2005/8/layout/orgChart1"/>
    <dgm:cxn modelId="{75230837-0768-4B53-867B-A6A1CE2376C4}" type="presParOf" srcId="{6D9223A8-B514-4E4B-BE35-4806F3F25317}" destId="{E514FB2A-4A97-452D-B4B4-4EECC4716D06}" srcOrd="0" destOrd="0" presId="urn:microsoft.com/office/officeart/2005/8/layout/orgChart1"/>
    <dgm:cxn modelId="{C69AC93D-72F4-46F0-9ED3-E551DD1E41A9}" type="presParOf" srcId="{6D9223A8-B514-4E4B-BE35-4806F3F25317}" destId="{42F9BCB0-EE57-450B-B78A-B7331E60B296}" srcOrd="1" destOrd="0" presId="urn:microsoft.com/office/officeart/2005/8/layout/orgChart1"/>
    <dgm:cxn modelId="{32541013-9D26-4D83-B79B-B33B66249D1E}" type="presParOf" srcId="{42F9BCB0-EE57-450B-B78A-B7331E60B296}" destId="{54CC0E5D-6EE9-4C76-81E5-7F00972B399B}" srcOrd="0" destOrd="0" presId="urn:microsoft.com/office/officeart/2005/8/layout/orgChart1"/>
    <dgm:cxn modelId="{596A5D9B-11D8-4502-9BED-88696EBAD943}" type="presParOf" srcId="{54CC0E5D-6EE9-4C76-81E5-7F00972B399B}" destId="{0E95B6CA-647F-4458-BBF3-184C39A4F903}" srcOrd="0" destOrd="0" presId="urn:microsoft.com/office/officeart/2005/8/layout/orgChart1"/>
    <dgm:cxn modelId="{B7051B6F-0B2F-4D09-8497-F4BCF24758CA}" type="presParOf" srcId="{54CC0E5D-6EE9-4C76-81E5-7F00972B399B}" destId="{E2C9AD0F-7614-4FFD-B86B-D245F39FF1D5}" srcOrd="1" destOrd="0" presId="urn:microsoft.com/office/officeart/2005/8/layout/orgChart1"/>
    <dgm:cxn modelId="{E6127E6A-CBFF-4237-B3C6-7F39BBAB99AB}" type="presParOf" srcId="{42F9BCB0-EE57-450B-B78A-B7331E60B296}" destId="{E8BF3BC2-623C-4AB4-B716-C91BF5E83B55}" srcOrd="1" destOrd="0" presId="urn:microsoft.com/office/officeart/2005/8/layout/orgChart1"/>
    <dgm:cxn modelId="{8F1D2EF2-D5DD-4CAF-8FFC-B3E200C38430}" type="presParOf" srcId="{42F9BCB0-EE57-450B-B78A-B7331E60B296}" destId="{8506B9F9-61FC-4A85-8CE7-28F83C79E9F0}" srcOrd="2" destOrd="0" presId="urn:microsoft.com/office/officeart/2005/8/layout/orgChart1"/>
    <dgm:cxn modelId="{B6E9B64B-3565-4873-9DEA-FD1558B95777}" type="presParOf" srcId="{6D9223A8-B514-4E4B-BE35-4806F3F25317}" destId="{854FFDEA-C847-43FA-AEA4-154DE36E5F2C}" srcOrd="2" destOrd="0" presId="urn:microsoft.com/office/officeart/2005/8/layout/orgChart1"/>
    <dgm:cxn modelId="{2460D482-94A6-4FC7-9470-E27E53955189}" type="presParOf" srcId="{6D9223A8-B514-4E4B-BE35-4806F3F25317}" destId="{5768F7CA-E41D-4A63-836C-1EC6E1CD66F1}" srcOrd="3" destOrd="0" presId="urn:microsoft.com/office/officeart/2005/8/layout/orgChart1"/>
    <dgm:cxn modelId="{002EE44A-1A6A-470A-B432-9CC2BC28AF78}" type="presParOf" srcId="{5768F7CA-E41D-4A63-836C-1EC6E1CD66F1}" destId="{88EBBC63-E8BA-4E2F-9397-7F1F330270A2}" srcOrd="0" destOrd="0" presId="urn:microsoft.com/office/officeart/2005/8/layout/orgChart1"/>
    <dgm:cxn modelId="{F5192D2E-AADA-4E44-AF87-C73F0EBCD507}" type="presParOf" srcId="{88EBBC63-E8BA-4E2F-9397-7F1F330270A2}" destId="{3E53AD20-1724-448C-A778-79C3375A799D}" srcOrd="0" destOrd="0" presId="urn:microsoft.com/office/officeart/2005/8/layout/orgChart1"/>
    <dgm:cxn modelId="{CCE700FA-0B19-4A80-A5DC-093B48093D91}" type="presParOf" srcId="{88EBBC63-E8BA-4E2F-9397-7F1F330270A2}" destId="{B99EF472-8FEC-49E7-B223-5B7D7D43595D}" srcOrd="1" destOrd="0" presId="urn:microsoft.com/office/officeart/2005/8/layout/orgChart1"/>
    <dgm:cxn modelId="{F5BB4056-5760-49B0-8FE3-0146803A2A97}" type="presParOf" srcId="{5768F7CA-E41D-4A63-836C-1EC6E1CD66F1}" destId="{77BEBAA9-CCF3-45D0-9D3E-1314E42FEB02}" srcOrd="1" destOrd="0" presId="urn:microsoft.com/office/officeart/2005/8/layout/orgChart1"/>
    <dgm:cxn modelId="{536D0836-B9E5-4757-80AD-E0220A15931B}" type="presParOf" srcId="{5768F7CA-E41D-4A63-836C-1EC6E1CD66F1}" destId="{DB0AA807-5A39-4CFA-B6C7-BDC5A7BFEB88}" srcOrd="2" destOrd="0" presId="urn:microsoft.com/office/officeart/2005/8/layout/orgChart1"/>
    <dgm:cxn modelId="{E4E2AD58-02E5-41A8-9F8C-DCA4AF232649}" type="presParOf" srcId="{6D9223A8-B514-4E4B-BE35-4806F3F25317}" destId="{AD704667-5C3F-4C56-98DC-5A41E5A92932}" srcOrd="4" destOrd="0" presId="urn:microsoft.com/office/officeart/2005/8/layout/orgChart1"/>
    <dgm:cxn modelId="{CF8E0D74-8FA9-4360-94E5-54EFDF7D558D}" type="presParOf" srcId="{6D9223A8-B514-4E4B-BE35-4806F3F25317}" destId="{2E38F600-C96A-43F9-A84D-7FFEED62BD74}" srcOrd="5" destOrd="0" presId="urn:microsoft.com/office/officeart/2005/8/layout/orgChart1"/>
    <dgm:cxn modelId="{02D49BA9-F292-4F35-97A5-4A08085EA69B}" type="presParOf" srcId="{2E38F600-C96A-43F9-A84D-7FFEED62BD74}" destId="{8123E499-C87B-434C-9F2C-A9C96B41A303}" srcOrd="0" destOrd="0" presId="urn:microsoft.com/office/officeart/2005/8/layout/orgChart1"/>
    <dgm:cxn modelId="{8EED35EC-6A44-4F7A-8220-11469BA59F17}" type="presParOf" srcId="{8123E499-C87B-434C-9F2C-A9C96B41A303}" destId="{A55D5B42-C80B-4A4A-A7DD-15B1FAF21D86}" srcOrd="0" destOrd="0" presId="urn:microsoft.com/office/officeart/2005/8/layout/orgChart1"/>
    <dgm:cxn modelId="{C9313978-F995-4080-A048-907371F82272}" type="presParOf" srcId="{8123E499-C87B-434C-9F2C-A9C96B41A303}" destId="{1B37C3F7-9360-4164-8223-8154EEE15A72}" srcOrd="1" destOrd="0" presId="urn:microsoft.com/office/officeart/2005/8/layout/orgChart1"/>
    <dgm:cxn modelId="{14C64E41-41CE-4D7D-BA3B-F6FC7CC91BBF}" type="presParOf" srcId="{2E38F600-C96A-43F9-A84D-7FFEED62BD74}" destId="{037644D8-5A80-4F40-9DDD-2A1C78A3D48E}" srcOrd="1" destOrd="0" presId="urn:microsoft.com/office/officeart/2005/8/layout/orgChart1"/>
    <dgm:cxn modelId="{3A3BFC8E-C139-4775-96B5-D4892F551D98}" type="presParOf" srcId="{2E38F600-C96A-43F9-A84D-7FFEED62BD74}" destId="{6C1D7263-070A-4DFD-9E0C-602FD638F25F}" srcOrd="2" destOrd="0" presId="urn:microsoft.com/office/officeart/2005/8/layout/orgChart1"/>
    <dgm:cxn modelId="{E3B51339-A935-4D16-BD6C-3A008486FA2F}" type="presParOf" srcId="{6D9223A8-B514-4E4B-BE35-4806F3F25317}" destId="{C5806C2E-6483-444E-8127-EE7D30A4D039}" srcOrd="6" destOrd="0" presId="urn:microsoft.com/office/officeart/2005/8/layout/orgChart1"/>
    <dgm:cxn modelId="{DBE4409C-AF7F-40C7-95DB-EB8AF99FB6E5}" type="presParOf" srcId="{6D9223A8-B514-4E4B-BE35-4806F3F25317}" destId="{974BEDD2-DD3F-49C0-9AFB-055E98F4383F}" srcOrd="7" destOrd="0" presId="urn:microsoft.com/office/officeart/2005/8/layout/orgChart1"/>
    <dgm:cxn modelId="{FF24750F-24D0-44A3-9EC5-3843F1F15EF8}" type="presParOf" srcId="{974BEDD2-DD3F-49C0-9AFB-055E98F4383F}" destId="{65E840DD-F48E-4CDF-923C-0C58887AE79F}" srcOrd="0" destOrd="0" presId="urn:microsoft.com/office/officeart/2005/8/layout/orgChart1"/>
    <dgm:cxn modelId="{45D349CD-1E92-46CF-A508-FED216EF6FBA}" type="presParOf" srcId="{65E840DD-F48E-4CDF-923C-0C58887AE79F}" destId="{A6094573-812C-4858-8EF3-157E4F652670}" srcOrd="0" destOrd="0" presId="urn:microsoft.com/office/officeart/2005/8/layout/orgChart1"/>
    <dgm:cxn modelId="{83F9305C-8B9B-4607-B70B-AF43453EB362}" type="presParOf" srcId="{65E840DD-F48E-4CDF-923C-0C58887AE79F}" destId="{EC47C08E-3131-4A3B-B4A7-DA38700169C2}" srcOrd="1" destOrd="0" presId="urn:microsoft.com/office/officeart/2005/8/layout/orgChart1"/>
    <dgm:cxn modelId="{9BD3B648-49C7-443D-961B-F6E1FF44570C}" type="presParOf" srcId="{974BEDD2-DD3F-49C0-9AFB-055E98F4383F}" destId="{BEE6D627-2F40-4BFC-BFE1-C9E5C44896D1}" srcOrd="1" destOrd="0" presId="urn:microsoft.com/office/officeart/2005/8/layout/orgChart1"/>
    <dgm:cxn modelId="{D6876EFB-ABF7-46AF-965F-DDC90B5BC5D5}" type="presParOf" srcId="{974BEDD2-DD3F-49C0-9AFB-055E98F4383F}" destId="{0EB23EF8-ED04-4EBF-BDA8-802D0CD536F5}" srcOrd="2" destOrd="0" presId="urn:microsoft.com/office/officeart/2005/8/layout/orgChart1"/>
    <dgm:cxn modelId="{9096BB06-F687-494B-B226-71CDBD93EAD0}" type="presParOf" srcId="{6D9223A8-B514-4E4B-BE35-4806F3F25317}" destId="{C43D362D-1A56-4B06-A335-F82404D15255}" srcOrd="8" destOrd="0" presId="urn:microsoft.com/office/officeart/2005/8/layout/orgChart1"/>
    <dgm:cxn modelId="{807BC9D6-014C-4A55-AB2D-BDA03646A4DF}" type="presParOf" srcId="{6D9223A8-B514-4E4B-BE35-4806F3F25317}" destId="{AC761E53-EF56-4CC7-ACAF-35D3E920C2DF}" srcOrd="9" destOrd="0" presId="urn:microsoft.com/office/officeart/2005/8/layout/orgChart1"/>
    <dgm:cxn modelId="{031EB192-B114-433B-87A1-B2230DB933A8}" type="presParOf" srcId="{AC761E53-EF56-4CC7-ACAF-35D3E920C2DF}" destId="{61D6D3FD-6550-4D7C-BC66-3107D2C6D058}" srcOrd="0" destOrd="0" presId="urn:microsoft.com/office/officeart/2005/8/layout/orgChart1"/>
    <dgm:cxn modelId="{4C7F2AC3-9582-4062-8CA1-29F6B3DADBF9}" type="presParOf" srcId="{61D6D3FD-6550-4D7C-BC66-3107D2C6D058}" destId="{ABA4F6D3-757C-482B-AAFF-118EAE5C0463}" srcOrd="0" destOrd="0" presId="urn:microsoft.com/office/officeart/2005/8/layout/orgChart1"/>
    <dgm:cxn modelId="{0ECA3E96-DA33-4929-9A42-63DE915C4D48}" type="presParOf" srcId="{61D6D3FD-6550-4D7C-BC66-3107D2C6D058}" destId="{CCAB1BB4-86AD-43C8-AD89-BC0B2162754F}" srcOrd="1" destOrd="0" presId="urn:microsoft.com/office/officeart/2005/8/layout/orgChart1"/>
    <dgm:cxn modelId="{7AC19A55-74B5-4115-A43E-F7CE6965085C}" type="presParOf" srcId="{AC761E53-EF56-4CC7-ACAF-35D3E920C2DF}" destId="{1DF4CDC7-12FC-41C8-AA65-FF2CF8C740E7}" srcOrd="1" destOrd="0" presId="urn:microsoft.com/office/officeart/2005/8/layout/orgChart1"/>
    <dgm:cxn modelId="{DD775D69-C33E-4DB7-8275-F9B1D5580C43}" type="presParOf" srcId="{AC761E53-EF56-4CC7-ACAF-35D3E920C2DF}" destId="{9C93F386-B95F-4633-B449-AADD0BF303B1}" srcOrd="2" destOrd="0" presId="urn:microsoft.com/office/officeart/2005/8/layout/orgChart1"/>
    <dgm:cxn modelId="{E05F4D74-16BF-4818-AAA9-B1B40DB919F1}" type="presParOf" srcId="{8FBB56B5-67E2-4624-8A8F-F6E6254CBBC5}" destId="{0A363B29-100A-437E-B97C-E8021D6F0F1D}" srcOrd="2" destOrd="0" presId="urn:microsoft.com/office/officeart/2005/8/layout/orgChart1"/>
    <dgm:cxn modelId="{6929CAAD-371E-4427-A6BE-754C0FA355F0}" type="presParOf" srcId="{EA05B5D4-92D8-4CF9-B8D3-3129958C871D}" destId="{BCD43C09-FF39-493C-8738-47641AD29D4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224E82-0A5F-43AE-A252-BBD20B6FCB44}">
      <dsp:nvSpPr>
        <dsp:cNvPr id="0" name=""/>
        <dsp:cNvSpPr/>
      </dsp:nvSpPr>
      <dsp:spPr>
        <a:xfrm>
          <a:off x="1937000" y="2260"/>
          <a:ext cx="3120230" cy="8022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ru-RU" sz="2400" b="1" kern="1200"/>
            <a:t>Меры центральной тенденции</a:t>
          </a:r>
        </a:p>
      </dsp:txBody>
      <dsp:txXfrm>
        <a:off x="1960498" y="25758"/>
        <a:ext cx="3073234" cy="755280"/>
      </dsp:txXfrm>
    </dsp:sp>
    <dsp:sp modelId="{DF1F74CD-CA0F-4044-9E26-3885B6B3015F}">
      <dsp:nvSpPr>
        <dsp:cNvPr id="0" name=""/>
        <dsp:cNvSpPr/>
      </dsp:nvSpPr>
      <dsp:spPr>
        <a:xfrm>
          <a:off x="2249023" y="804537"/>
          <a:ext cx="312023" cy="601707"/>
        </a:xfrm>
        <a:custGeom>
          <a:avLst/>
          <a:gdLst/>
          <a:ahLst/>
          <a:cxnLst/>
          <a:rect l="0" t="0" r="0" b="0"/>
          <a:pathLst>
            <a:path>
              <a:moveTo>
                <a:pt x="0" y="0"/>
              </a:moveTo>
              <a:lnTo>
                <a:pt x="0" y="601707"/>
              </a:lnTo>
              <a:lnTo>
                <a:pt x="312023" y="60170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36A25B-0C6D-4A0E-85B4-FD0FA007BF6D}">
      <dsp:nvSpPr>
        <dsp:cNvPr id="0" name=""/>
        <dsp:cNvSpPr/>
      </dsp:nvSpPr>
      <dsp:spPr>
        <a:xfrm>
          <a:off x="2561046" y="1005106"/>
          <a:ext cx="2496184" cy="8022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ru-RU" sz="1800" b="1" kern="1200"/>
            <a:t>Мода</a:t>
          </a:r>
        </a:p>
      </dsp:txBody>
      <dsp:txXfrm>
        <a:off x="2584544" y="1028604"/>
        <a:ext cx="2449188" cy="755280"/>
      </dsp:txXfrm>
    </dsp:sp>
    <dsp:sp modelId="{18099EFB-85AA-4455-BAD7-939AA76DA272}">
      <dsp:nvSpPr>
        <dsp:cNvPr id="0" name=""/>
        <dsp:cNvSpPr/>
      </dsp:nvSpPr>
      <dsp:spPr>
        <a:xfrm>
          <a:off x="2249023" y="804537"/>
          <a:ext cx="312023" cy="1604553"/>
        </a:xfrm>
        <a:custGeom>
          <a:avLst/>
          <a:gdLst/>
          <a:ahLst/>
          <a:cxnLst/>
          <a:rect l="0" t="0" r="0" b="0"/>
          <a:pathLst>
            <a:path>
              <a:moveTo>
                <a:pt x="0" y="0"/>
              </a:moveTo>
              <a:lnTo>
                <a:pt x="0" y="1604553"/>
              </a:lnTo>
              <a:lnTo>
                <a:pt x="312023" y="160455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B867DE-B2D5-4AF8-A2EC-65F91D8C0FAB}">
      <dsp:nvSpPr>
        <dsp:cNvPr id="0" name=""/>
        <dsp:cNvSpPr/>
      </dsp:nvSpPr>
      <dsp:spPr>
        <a:xfrm>
          <a:off x="2561046" y="2007952"/>
          <a:ext cx="2496184" cy="8022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ru-RU" sz="1800" b="1" kern="1200"/>
            <a:t>Медиана</a:t>
          </a:r>
        </a:p>
      </dsp:txBody>
      <dsp:txXfrm>
        <a:off x="2584544" y="2031450"/>
        <a:ext cx="2449188" cy="755280"/>
      </dsp:txXfrm>
    </dsp:sp>
    <dsp:sp modelId="{9A8C6250-7B4A-471E-8457-63295E5E704E}">
      <dsp:nvSpPr>
        <dsp:cNvPr id="0" name=""/>
        <dsp:cNvSpPr/>
      </dsp:nvSpPr>
      <dsp:spPr>
        <a:xfrm>
          <a:off x="2249023" y="804537"/>
          <a:ext cx="312023" cy="2607398"/>
        </a:xfrm>
        <a:custGeom>
          <a:avLst/>
          <a:gdLst/>
          <a:ahLst/>
          <a:cxnLst/>
          <a:rect l="0" t="0" r="0" b="0"/>
          <a:pathLst>
            <a:path>
              <a:moveTo>
                <a:pt x="0" y="0"/>
              </a:moveTo>
              <a:lnTo>
                <a:pt x="0" y="2607398"/>
              </a:lnTo>
              <a:lnTo>
                <a:pt x="312023" y="26073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B822E7-BB2B-4E26-BF60-033FB3152C6D}">
      <dsp:nvSpPr>
        <dsp:cNvPr id="0" name=""/>
        <dsp:cNvSpPr/>
      </dsp:nvSpPr>
      <dsp:spPr>
        <a:xfrm>
          <a:off x="2561046" y="3010797"/>
          <a:ext cx="2496184" cy="8022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ru-RU" sz="1800" b="1" kern="1200" dirty="0"/>
            <a:t>Среднее значение</a:t>
          </a:r>
        </a:p>
      </dsp:txBody>
      <dsp:txXfrm>
        <a:off x="2584544" y="3034295"/>
        <a:ext cx="2449188" cy="755280"/>
      </dsp:txXfrm>
    </dsp:sp>
    <dsp:sp modelId="{57455954-CC2B-4F5B-A574-F80FA8C20209}">
      <dsp:nvSpPr>
        <dsp:cNvPr id="0" name=""/>
        <dsp:cNvSpPr/>
      </dsp:nvSpPr>
      <dsp:spPr>
        <a:xfrm>
          <a:off x="2249023" y="804537"/>
          <a:ext cx="312023" cy="3610244"/>
        </a:xfrm>
        <a:custGeom>
          <a:avLst/>
          <a:gdLst/>
          <a:ahLst/>
          <a:cxnLst/>
          <a:rect l="0" t="0" r="0" b="0"/>
          <a:pathLst>
            <a:path>
              <a:moveTo>
                <a:pt x="0" y="0"/>
              </a:moveTo>
              <a:lnTo>
                <a:pt x="0" y="3610244"/>
              </a:lnTo>
              <a:lnTo>
                <a:pt x="312023" y="361024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B2966B-9A02-457C-A91B-092E58D382FA}">
      <dsp:nvSpPr>
        <dsp:cNvPr id="0" name=""/>
        <dsp:cNvSpPr/>
      </dsp:nvSpPr>
      <dsp:spPr>
        <a:xfrm>
          <a:off x="2561046" y="4013643"/>
          <a:ext cx="2496184" cy="8022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ru-RU" sz="1800" b="1" kern="1200" dirty="0"/>
            <a:t>Взвешенное среднее (</a:t>
          </a:r>
          <a:r>
            <a:rPr lang="ru-RU" sz="1800" b="1" kern="1200" dirty="0" err="1"/>
            <a:t>мат.ожидание</a:t>
          </a:r>
          <a:r>
            <a:rPr lang="ru-RU" sz="1800" b="1" kern="1200" dirty="0"/>
            <a:t>)</a:t>
          </a:r>
        </a:p>
      </dsp:txBody>
      <dsp:txXfrm>
        <a:off x="2584544" y="4037141"/>
        <a:ext cx="2449188" cy="755280"/>
      </dsp:txXfrm>
    </dsp:sp>
    <dsp:sp modelId="{E78F4896-06EE-4CDB-9D8F-1CEDEED44A5D}">
      <dsp:nvSpPr>
        <dsp:cNvPr id="0" name=""/>
        <dsp:cNvSpPr/>
      </dsp:nvSpPr>
      <dsp:spPr>
        <a:xfrm>
          <a:off x="5458369" y="2260"/>
          <a:ext cx="3120230" cy="8022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ru-RU" sz="2400" b="1" kern="1200"/>
            <a:t>Меры изменчивости</a:t>
          </a:r>
        </a:p>
      </dsp:txBody>
      <dsp:txXfrm>
        <a:off x="5481867" y="25758"/>
        <a:ext cx="3073234" cy="755280"/>
      </dsp:txXfrm>
    </dsp:sp>
    <dsp:sp modelId="{42F7D95A-34B2-4831-A1A8-BE16CD289FEA}">
      <dsp:nvSpPr>
        <dsp:cNvPr id="0" name=""/>
        <dsp:cNvSpPr/>
      </dsp:nvSpPr>
      <dsp:spPr>
        <a:xfrm>
          <a:off x="5770392" y="804537"/>
          <a:ext cx="312023" cy="601707"/>
        </a:xfrm>
        <a:custGeom>
          <a:avLst/>
          <a:gdLst/>
          <a:ahLst/>
          <a:cxnLst/>
          <a:rect l="0" t="0" r="0" b="0"/>
          <a:pathLst>
            <a:path>
              <a:moveTo>
                <a:pt x="0" y="0"/>
              </a:moveTo>
              <a:lnTo>
                <a:pt x="0" y="601707"/>
              </a:lnTo>
              <a:lnTo>
                <a:pt x="312023" y="60170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3747B1-7231-4487-A9A2-7DA7629D7B99}">
      <dsp:nvSpPr>
        <dsp:cNvPr id="0" name=""/>
        <dsp:cNvSpPr/>
      </dsp:nvSpPr>
      <dsp:spPr>
        <a:xfrm>
          <a:off x="6082415" y="1005106"/>
          <a:ext cx="2496184" cy="8022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ru-RU" sz="1800" b="1" kern="1200"/>
            <a:t>Размах</a:t>
          </a:r>
        </a:p>
      </dsp:txBody>
      <dsp:txXfrm>
        <a:off x="6105913" y="1028604"/>
        <a:ext cx="2449188" cy="755280"/>
      </dsp:txXfrm>
    </dsp:sp>
    <dsp:sp modelId="{802D6968-A134-4897-B870-24215267A436}">
      <dsp:nvSpPr>
        <dsp:cNvPr id="0" name=""/>
        <dsp:cNvSpPr/>
      </dsp:nvSpPr>
      <dsp:spPr>
        <a:xfrm>
          <a:off x="5770392" y="804537"/>
          <a:ext cx="312023" cy="1604553"/>
        </a:xfrm>
        <a:custGeom>
          <a:avLst/>
          <a:gdLst/>
          <a:ahLst/>
          <a:cxnLst/>
          <a:rect l="0" t="0" r="0" b="0"/>
          <a:pathLst>
            <a:path>
              <a:moveTo>
                <a:pt x="0" y="0"/>
              </a:moveTo>
              <a:lnTo>
                <a:pt x="0" y="1604553"/>
              </a:lnTo>
              <a:lnTo>
                <a:pt x="312023" y="160455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B0C288-270A-49CF-9023-BE056A2D2A0C}">
      <dsp:nvSpPr>
        <dsp:cNvPr id="0" name=""/>
        <dsp:cNvSpPr/>
      </dsp:nvSpPr>
      <dsp:spPr>
        <a:xfrm>
          <a:off x="6082415" y="2007952"/>
          <a:ext cx="2496184" cy="8022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ru-RU" sz="1800" b="1" kern="1200"/>
            <a:t>Дисперсия</a:t>
          </a:r>
        </a:p>
      </dsp:txBody>
      <dsp:txXfrm>
        <a:off x="6105913" y="2031450"/>
        <a:ext cx="2449188" cy="755280"/>
      </dsp:txXfrm>
    </dsp:sp>
    <dsp:sp modelId="{ACB08858-4ADA-4312-963E-0D8B538D78AD}">
      <dsp:nvSpPr>
        <dsp:cNvPr id="0" name=""/>
        <dsp:cNvSpPr/>
      </dsp:nvSpPr>
      <dsp:spPr>
        <a:xfrm>
          <a:off x="5770392" y="804537"/>
          <a:ext cx="312023" cy="2607398"/>
        </a:xfrm>
        <a:custGeom>
          <a:avLst/>
          <a:gdLst/>
          <a:ahLst/>
          <a:cxnLst/>
          <a:rect l="0" t="0" r="0" b="0"/>
          <a:pathLst>
            <a:path>
              <a:moveTo>
                <a:pt x="0" y="0"/>
              </a:moveTo>
              <a:lnTo>
                <a:pt x="0" y="2607398"/>
              </a:lnTo>
              <a:lnTo>
                <a:pt x="312023" y="26073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592006-003A-4C04-9800-653E2EC24D22}">
      <dsp:nvSpPr>
        <dsp:cNvPr id="0" name=""/>
        <dsp:cNvSpPr/>
      </dsp:nvSpPr>
      <dsp:spPr>
        <a:xfrm>
          <a:off x="6082415" y="3010797"/>
          <a:ext cx="2496184" cy="8022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ru-RU" sz="1800" b="1" kern="1200"/>
            <a:t>Стандартное отклонение</a:t>
          </a:r>
        </a:p>
      </dsp:txBody>
      <dsp:txXfrm>
        <a:off x="6105913" y="3034295"/>
        <a:ext cx="2449188" cy="755280"/>
      </dsp:txXfrm>
    </dsp:sp>
    <dsp:sp modelId="{4D90A4C1-BE75-45E4-99D5-B59B81C94364}">
      <dsp:nvSpPr>
        <dsp:cNvPr id="0" name=""/>
        <dsp:cNvSpPr/>
      </dsp:nvSpPr>
      <dsp:spPr>
        <a:xfrm>
          <a:off x="5770392" y="804537"/>
          <a:ext cx="312023" cy="3610244"/>
        </a:xfrm>
        <a:custGeom>
          <a:avLst/>
          <a:gdLst/>
          <a:ahLst/>
          <a:cxnLst/>
          <a:rect l="0" t="0" r="0" b="0"/>
          <a:pathLst>
            <a:path>
              <a:moveTo>
                <a:pt x="0" y="0"/>
              </a:moveTo>
              <a:lnTo>
                <a:pt x="0" y="3610244"/>
              </a:lnTo>
              <a:lnTo>
                <a:pt x="312023" y="361024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AF74A8-7858-44B2-9816-1767860BFA19}">
      <dsp:nvSpPr>
        <dsp:cNvPr id="0" name=""/>
        <dsp:cNvSpPr/>
      </dsp:nvSpPr>
      <dsp:spPr>
        <a:xfrm>
          <a:off x="6082415" y="4013643"/>
          <a:ext cx="2496184" cy="8022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ru-RU" sz="1800" b="1" kern="1200" dirty="0" err="1"/>
            <a:t>Межквартильный</a:t>
          </a:r>
          <a:r>
            <a:rPr lang="ru-RU" sz="1800" b="1" kern="1200" dirty="0"/>
            <a:t> размах </a:t>
          </a:r>
          <a:r>
            <a:rPr lang="en-US" sz="1800" b="1" kern="1200" dirty="0"/>
            <a:t>IQR</a:t>
          </a:r>
          <a:endParaRPr lang="ru-RU" sz="1800" b="1" kern="1200" dirty="0"/>
        </a:p>
      </dsp:txBody>
      <dsp:txXfrm>
        <a:off x="6105913" y="4037141"/>
        <a:ext cx="2449188" cy="7552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39A55D-C4F0-4972-B255-57D05B53161D}">
      <dsp:nvSpPr>
        <dsp:cNvPr id="0" name=""/>
        <dsp:cNvSpPr/>
      </dsp:nvSpPr>
      <dsp:spPr>
        <a:xfrm>
          <a:off x="0" y="11490"/>
          <a:ext cx="10515600" cy="1193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ru-RU" sz="3000" b="1" kern="1200"/>
            <a:t>Гипотеза</a:t>
          </a:r>
          <a:r>
            <a:rPr lang="ru-RU" sz="3000" kern="1200"/>
            <a:t> – утверждение, догадка, предположение, предполагающее доказательство</a:t>
          </a:r>
        </a:p>
      </dsp:txBody>
      <dsp:txXfrm>
        <a:off x="58257" y="69747"/>
        <a:ext cx="10399086" cy="1076886"/>
      </dsp:txXfrm>
    </dsp:sp>
    <dsp:sp modelId="{29FBB640-7CF5-4CBE-A833-49C49E131D6E}">
      <dsp:nvSpPr>
        <dsp:cNvPr id="0" name=""/>
        <dsp:cNvSpPr/>
      </dsp:nvSpPr>
      <dsp:spPr>
        <a:xfrm>
          <a:off x="0" y="1204890"/>
          <a:ext cx="10515600" cy="3601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ru-RU" sz="2300" b="1" kern="1200" dirty="0"/>
            <a:t>Структурная гипотеза</a:t>
          </a:r>
          <a:r>
            <a:rPr lang="ru-RU" sz="2300" kern="1200" dirty="0"/>
            <a:t>: о структуре изучаемых объектов</a:t>
          </a:r>
        </a:p>
        <a:p>
          <a:pPr marL="457200" lvl="2" indent="-228600" algn="l" defTabSz="1022350">
            <a:lnSpc>
              <a:spcPct val="90000"/>
            </a:lnSpc>
            <a:spcBef>
              <a:spcPct val="0"/>
            </a:spcBef>
            <a:spcAft>
              <a:spcPct val="20000"/>
            </a:spcAft>
            <a:buChar char="•"/>
          </a:pPr>
          <a:r>
            <a:rPr lang="ru-RU" sz="2300" kern="1200" dirty="0"/>
            <a:t>Пример. «Важные факторы выбора покупателя: цена, качество, внешний вид товара»</a:t>
          </a:r>
        </a:p>
        <a:p>
          <a:pPr marL="228600" lvl="1" indent="-228600" algn="l" defTabSz="1022350">
            <a:lnSpc>
              <a:spcPct val="90000"/>
            </a:lnSpc>
            <a:spcBef>
              <a:spcPct val="0"/>
            </a:spcBef>
            <a:spcAft>
              <a:spcPct val="20000"/>
            </a:spcAft>
            <a:buChar char="•"/>
          </a:pPr>
          <a:r>
            <a:rPr lang="ru-RU" sz="2300" b="1" kern="1200" dirty="0"/>
            <a:t>Объяснительная гипотеза</a:t>
          </a:r>
          <a:r>
            <a:rPr lang="ru-RU" sz="2300" kern="1200" dirty="0"/>
            <a:t>: о причинно-следственных связях в изучаемых объектах</a:t>
          </a:r>
        </a:p>
        <a:p>
          <a:pPr marL="457200" lvl="2" indent="-228600" algn="l" defTabSz="1022350">
            <a:lnSpc>
              <a:spcPct val="90000"/>
            </a:lnSpc>
            <a:spcBef>
              <a:spcPct val="0"/>
            </a:spcBef>
            <a:spcAft>
              <a:spcPct val="20000"/>
            </a:spcAft>
            <a:buChar char="•"/>
          </a:pPr>
          <a:r>
            <a:rPr lang="ru-RU" sz="2300" kern="1200" dirty="0"/>
            <a:t>Пример. «Увеличение затрат на рекламу не повлияет на доходы фирмы»</a:t>
          </a:r>
        </a:p>
        <a:p>
          <a:pPr marL="228600" lvl="1" indent="-228600" algn="l" defTabSz="1022350">
            <a:lnSpc>
              <a:spcPct val="90000"/>
            </a:lnSpc>
            <a:spcBef>
              <a:spcPct val="0"/>
            </a:spcBef>
            <a:spcAft>
              <a:spcPct val="20000"/>
            </a:spcAft>
            <a:buChar char="•"/>
          </a:pPr>
          <a:r>
            <a:rPr lang="ru-RU" sz="2300" b="1" kern="1200" dirty="0"/>
            <a:t>Научная гипотеза</a:t>
          </a:r>
          <a:r>
            <a:rPr lang="ru-RU" sz="2300" kern="1200" dirty="0"/>
            <a:t> – гипотеза, удовлетворяющая научному методу, принципиально проверяема, логически не противоречива и не противоречит ранее установленным фактам, приложима к возможно более широкому кругу явлений.</a:t>
          </a:r>
        </a:p>
      </dsp:txBody>
      <dsp:txXfrm>
        <a:off x="0" y="1204890"/>
        <a:ext cx="10515600" cy="3601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864219-2C93-4B81-956F-29BC214F11A2}">
      <dsp:nvSpPr>
        <dsp:cNvPr id="0" name=""/>
        <dsp:cNvSpPr/>
      </dsp:nvSpPr>
      <dsp:spPr>
        <a:xfrm>
          <a:off x="5582" y="794364"/>
          <a:ext cx="2140140" cy="69197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ru-RU" sz="1900" b="1" kern="1200" dirty="0"/>
            <a:t>Источник</a:t>
          </a:r>
          <a:r>
            <a:rPr lang="ru-RU" sz="1900" b="1" kern="1200" baseline="0" dirty="0"/>
            <a:t> данных</a:t>
          </a:r>
          <a:endParaRPr lang="ru-RU" sz="1900" b="1" kern="1200" dirty="0"/>
        </a:p>
      </dsp:txBody>
      <dsp:txXfrm>
        <a:off x="5582" y="794364"/>
        <a:ext cx="2140140" cy="691976"/>
      </dsp:txXfrm>
    </dsp:sp>
    <dsp:sp modelId="{04D63E3C-ADB0-4E52-A944-DC74ECB08AC5}">
      <dsp:nvSpPr>
        <dsp:cNvPr id="0" name=""/>
        <dsp:cNvSpPr/>
      </dsp:nvSpPr>
      <dsp:spPr>
        <a:xfrm>
          <a:off x="5582" y="1486341"/>
          <a:ext cx="2140140" cy="136906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ru-RU" sz="1900" kern="1200" dirty="0"/>
            <a:t>Идентификация</a:t>
          </a:r>
        </a:p>
        <a:p>
          <a:pPr marL="171450" lvl="1" indent="-171450" algn="l" defTabSz="844550">
            <a:lnSpc>
              <a:spcPct val="90000"/>
            </a:lnSpc>
            <a:spcBef>
              <a:spcPct val="0"/>
            </a:spcBef>
            <a:spcAft>
              <a:spcPct val="15000"/>
            </a:spcAft>
            <a:buChar char="•"/>
          </a:pPr>
          <a:r>
            <a:rPr lang="ru-RU" sz="1900" kern="1200" dirty="0"/>
            <a:t>Схема данных</a:t>
          </a:r>
        </a:p>
      </dsp:txBody>
      <dsp:txXfrm>
        <a:off x="5582" y="1486341"/>
        <a:ext cx="2140140" cy="1369068"/>
      </dsp:txXfrm>
    </dsp:sp>
    <dsp:sp modelId="{41136114-CD7A-460D-9DB2-CC995D140C45}">
      <dsp:nvSpPr>
        <dsp:cNvPr id="0" name=""/>
        <dsp:cNvSpPr/>
      </dsp:nvSpPr>
      <dsp:spPr>
        <a:xfrm>
          <a:off x="2445343" y="794364"/>
          <a:ext cx="2140140" cy="69197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ru-RU" sz="1900" b="1" kern="1200" dirty="0"/>
            <a:t>Загруженная выборка</a:t>
          </a:r>
        </a:p>
      </dsp:txBody>
      <dsp:txXfrm>
        <a:off x="2445343" y="794364"/>
        <a:ext cx="2140140" cy="691976"/>
      </dsp:txXfrm>
    </dsp:sp>
    <dsp:sp modelId="{6FAF6BF0-558A-484E-90CB-8FD44C8C8B5D}">
      <dsp:nvSpPr>
        <dsp:cNvPr id="0" name=""/>
        <dsp:cNvSpPr/>
      </dsp:nvSpPr>
      <dsp:spPr>
        <a:xfrm>
          <a:off x="2445343" y="1486341"/>
          <a:ext cx="2140140" cy="136906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ru-RU" sz="1900" kern="1200" dirty="0"/>
            <a:t>Оценка качества</a:t>
          </a:r>
        </a:p>
        <a:p>
          <a:pPr marL="171450" lvl="1" indent="-171450" algn="l" defTabSz="844550">
            <a:lnSpc>
              <a:spcPct val="90000"/>
            </a:lnSpc>
            <a:spcBef>
              <a:spcPct val="0"/>
            </a:spcBef>
            <a:spcAft>
              <a:spcPct val="15000"/>
            </a:spcAft>
            <a:buChar char="•"/>
          </a:pPr>
          <a:r>
            <a:rPr lang="ru-RU" sz="1900" kern="1200" dirty="0"/>
            <a:t>Выдвижение гипотез</a:t>
          </a:r>
        </a:p>
      </dsp:txBody>
      <dsp:txXfrm>
        <a:off x="2445343" y="1486341"/>
        <a:ext cx="2140140" cy="1369068"/>
      </dsp:txXfrm>
    </dsp:sp>
    <dsp:sp modelId="{E1BCAC48-8879-476A-B449-930A29FB0C12}">
      <dsp:nvSpPr>
        <dsp:cNvPr id="0" name=""/>
        <dsp:cNvSpPr/>
      </dsp:nvSpPr>
      <dsp:spPr>
        <a:xfrm>
          <a:off x="4885104" y="794364"/>
          <a:ext cx="2140140" cy="69197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ru-RU" sz="1900" b="1" kern="1200" dirty="0"/>
            <a:t>Результат предобработки</a:t>
          </a:r>
        </a:p>
      </dsp:txBody>
      <dsp:txXfrm>
        <a:off x="4885104" y="794364"/>
        <a:ext cx="2140140" cy="691976"/>
      </dsp:txXfrm>
    </dsp:sp>
    <dsp:sp modelId="{29784705-860D-474B-8A12-842F021C54B0}">
      <dsp:nvSpPr>
        <dsp:cNvPr id="0" name=""/>
        <dsp:cNvSpPr/>
      </dsp:nvSpPr>
      <dsp:spPr>
        <a:xfrm>
          <a:off x="4885104" y="1486341"/>
          <a:ext cx="2140140" cy="136906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ru-RU" sz="1900" kern="1200" dirty="0"/>
            <a:t>Исследование зависимостей</a:t>
          </a:r>
        </a:p>
        <a:p>
          <a:pPr marL="171450" lvl="1" indent="-171450" algn="l" defTabSz="844550">
            <a:lnSpc>
              <a:spcPct val="90000"/>
            </a:lnSpc>
            <a:spcBef>
              <a:spcPct val="0"/>
            </a:spcBef>
            <a:spcAft>
              <a:spcPct val="15000"/>
            </a:spcAft>
            <a:buChar char="•"/>
          </a:pPr>
          <a:r>
            <a:rPr lang="ru-RU" sz="1900" kern="1200" dirty="0"/>
            <a:t>Проверка гипотез</a:t>
          </a:r>
        </a:p>
      </dsp:txBody>
      <dsp:txXfrm>
        <a:off x="4885104" y="1486341"/>
        <a:ext cx="2140140" cy="1369068"/>
      </dsp:txXfrm>
    </dsp:sp>
    <dsp:sp modelId="{33FE8386-7A39-4481-A2C2-DC4313B39F8E}">
      <dsp:nvSpPr>
        <dsp:cNvPr id="0" name=""/>
        <dsp:cNvSpPr/>
      </dsp:nvSpPr>
      <dsp:spPr>
        <a:xfrm>
          <a:off x="7324864" y="794364"/>
          <a:ext cx="2140140" cy="69197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ru-RU" sz="1900" b="1" kern="1200" dirty="0"/>
            <a:t>Промежуточный результат</a:t>
          </a:r>
        </a:p>
      </dsp:txBody>
      <dsp:txXfrm>
        <a:off x="7324864" y="794364"/>
        <a:ext cx="2140140" cy="691976"/>
      </dsp:txXfrm>
    </dsp:sp>
    <dsp:sp modelId="{2788B3EB-A820-4454-B40D-7B2FB88EAEE9}">
      <dsp:nvSpPr>
        <dsp:cNvPr id="0" name=""/>
        <dsp:cNvSpPr/>
      </dsp:nvSpPr>
      <dsp:spPr>
        <a:xfrm>
          <a:off x="7324864" y="1486341"/>
          <a:ext cx="2140140" cy="136906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ru-RU" sz="1900" kern="1200" dirty="0"/>
            <a:t>Качество работы моделей</a:t>
          </a:r>
        </a:p>
        <a:p>
          <a:pPr marL="171450" lvl="1" indent="-171450" algn="l" defTabSz="844550">
            <a:lnSpc>
              <a:spcPct val="90000"/>
            </a:lnSpc>
            <a:spcBef>
              <a:spcPct val="0"/>
            </a:spcBef>
            <a:spcAft>
              <a:spcPct val="15000"/>
            </a:spcAft>
            <a:buChar char="•"/>
          </a:pPr>
          <a:r>
            <a:rPr lang="ru-RU" sz="1900" kern="1200" dirty="0"/>
            <a:t>Корректность результатов</a:t>
          </a:r>
        </a:p>
      </dsp:txBody>
      <dsp:txXfrm>
        <a:off x="7324864" y="1486341"/>
        <a:ext cx="2140140" cy="1369068"/>
      </dsp:txXfrm>
    </dsp:sp>
    <dsp:sp modelId="{2A8D0A51-6659-4A9A-9ED8-099712A586B2}">
      <dsp:nvSpPr>
        <dsp:cNvPr id="0" name=""/>
        <dsp:cNvSpPr/>
      </dsp:nvSpPr>
      <dsp:spPr>
        <a:xfrm>
          <a:off x="9764625" y="794364"/>
          <a:ext cx="2140140" cy="69197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ru-RU" sz="1900" b="1" kern="1200" dirty="0"/>
            <a:t>Результат анализа</a:t>
          </a:r>
        </a:p>
      </dsp:txBody>
      <dsp:txXfrm>
        <a:off x="9764625" y="794364"/>
        <a:ext cx="2140140" cy="691976"/>
      </dsp:txXfrm>
    </dsp:sp>
    <dsp:sp modelId="{465B26C8-5E7D-471F-8D19-DE0B2FDC959D}">
      <dsp:nvSpPr>
        <dsp:cNvPr id="0" name=""/>
        <dsp:cNvSpPr/>
      </dsp:nvSpPr>
      <dsp:spPr>
        <a:xfrm>
          <a:off x="9764625" y="1486341"/>
          <a:ext cx="2140140" cy="136906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ru-RU" sz="1900" kern="1200" dirty="0"/>
            <a:t>Интерпретация результатов</a:t>
          </a:r>
        </a:p>
        <a:p>
          <a:pPr marL="171450" lvl="1" indent="-171450" algn="l" defTabSz="844550">
            <a:lnSpc>
              <a:spcPct val="90000"/>
            </a:lnSpc>
            <a:spcBef>
              <a:spcPct val="0"/>
            </a:spcBef>
            <a:spcAft>
              <a:spcPct val="15000"/>
            </a:spcAft>
            <a:buChar char="•"/>
          </a:pPr>
          <a:r>
            <a:rPr lang="ru-RU" sz="1900" kern="1200" dirty="0"/>
            <a:t>Оценка достоверности</a:t>
          </a:r>
        </a:p>
      </dsp:txBody>
      <dsp:txXfrm>
        <a:off x="9764625" y="1486341"/>
        <a:ext cx="2140140" cy="13690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F6C6ED-0827-471B-B62D-7C9DB38B8045}">
      <dsp:nvSpPr>
        <dsp:cNvPr id="0" name=""/>
        <dsp:cNvSpPr/>
      </dsp:nvSpPr>
      <dsp:spPr>
        <a:xfrm>
          <a:off x="0" y="0"/>
          <a:ext cx="696313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86F943-1DD1-421A-AA0E-F25A6266642C}">
      <dsp:nvSpPr>
        <dsp:cNvPr id="0" name=""/>
        <dsp:cNvSpPr/>
      </dsp:nvSpPr>
      <dsp:spPr>
        <a:xfrm>
          <a:off x="0" y="0"/>
          <a:ext cx="1392627" cy="1844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1" kern="1200" dirty="0"/>
            <a:t>Простые</a:t>
          </a:r>
        </a:p>
      </dsp:txBody>
      <dsp:txXfrm>
        <a:off x="0" y="0"/>
        <a:ext cx="1392627" cy="1844043"/>
      </dsp:txXfrm>
    </dsp:sp>
    <dsp:sp modelId="{0A00070F-E0CC-4962-8B76-B64AA386C327}">
      <dsp:nvSpPr>
        <dsp:cNvPr id="0" name=""/>
        <dsp:cNvSpPr/>
      </dsp:nvSpPr>
      <dsp:spPr>
        <a:xfrm>
          <a:off x="1497074" y="21677"/>
          <a:ext cx="5466062" cy="433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ru-RU" sz="2000" b="1" kern="1200" dirty="0"/>
            <a:t>Таблицы</a:t>
          </a:r>
        </a:p>
      </dsp:txBody>
      <dsp:txXfrm>
        <a:off x="1497074" y="21677"/>
        <a:ext cx="5466062" cy="433548"/>
      </dsp:txXfrm>
    </dsp:sp>
    <dsp:sp modelId="{0F7BFDFB-6F36-43A3-BA94-89394461B51A}">
      <dsp:nvSpPr>
        <dsp:cNvPr id="0" name=""/>
        <dsp:cNvSpPr/>
      </dsp:nvSpPr>
      <dsp:spPr>
        <a:xfrm>
          <a:off x="1392627" y="455225"/>
          <a:ext cx="557050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6A38B1A-F2E2-4242-AE3F-7BAFD4EF8CCC}">
      <dsp:nvSpPr>
        <dsp:cNvPr id="0" name=""/>
        <dsp:cNvSpPr/>
      </dsp:nvSpPr>
      <dsp:spPr>
        <a:xfrm>
          <a:off x="1497074" y="476903"/>
          <a:ext cx="5466062" cy="433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ru-RU" sz="2000" b="1" kern="1200" dirty="0"/>
            <a:t>Гистограммы</a:t>
          </a:r>
        </a:p>
      </dsp:txBody>
      <dsp:txXfrm>
        <a:off x="1497074" y="476903"/>
        <a:ext cx="5466062" cy="433548"/>
      </dsp:txXfrm>
    </dsp:sp>
    <dsp:sp modelId="{9EFEA37B-8E35-4045-9748-705F0CE2CF5D}">
      <dsp:nvSpPr>
        <dsp:cNvPr id="0" name=""/>
        <dsp:cNvSpPr/>
      </dsp:nvSpPr>
      <dsp:spPr>
        <a:xfrm>
          <a:off x="1392627" y="910451"/>
          <a:ext cx="557050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126367-E086-45B7-9B8B-0B98A1058DFA}">
      <dsp:nvSpPr>
        <dsp:cNvPr id="0" name=""/>
        <dsp:cNvSpPr/>
      </dsp:nvSpPr>
      <dsp:spPr>
        <a:xfrm>
          <a:off x="1497074" y="932128"/>
          <a:ext cx="5466062" cy="433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ru-RU" sz="2000" b="1" kern="1200" dirty="0"/>
            <a:t>Линейный график</a:t>
          </a:r>
        </a:p>
      </dsp:txBody>
      <dsp:txXfrm>
        <a:off x="1497074" y="932128"/>
        <a:ext cx="5466062" cy="433548"/>
      </dsp:txXfrm>
    </dsp:sp>
    <dsp:sp modelId="{95A7B63F-EF65-4AA2-84A3-6A3BDA374B34}">
      <dsp:nvSpPr>
        <dsp:cNvPr id="0" name=""/>
        <dsp:cNvSpPr/>
      </dsp:nvSpPr>
      <dsp:spPr>
        <a:xfrm>
          <a:off x="1392627" y="1365677"/>
          <a:ext cx="557050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419E2B-0347-4CC5-BC72-0184F3FB734B}">
      <dsp:nvSpPr>
        <dsp:cNvPr id="0" name=""/>
        <dsp:cNvSpPr/>
      </dsp:nvSpPr>
      <dsp:spPr>
        <a:xfrm>
          <a:off x="1497074" y="1387354"/>
          <a:ext cx="5466062" cy="433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ru-RU" sz="2000" b="1" kern="1200" dirty="0"/>
            <a:t>Ящик с усами</a:t>
          </a:r>
        </a:p>
      </dsp:txBody>
      <dsp:txXfrm>
        <a:off x="1497074" y="1387354"/>
        <a:ext cx="5466062" cy="433548"/>
      </dsp:txXfrm>
    </dsp:sp>
    <dsp:sp modelId="{F16BCC97-F4CF-4ADA-8F09-6F3B7417ADA9}">
      <dsp:nvSpPr>
        <dsp:cNvPr id="0" name=""/>
        <dsp:cNvSpPr/>
      </dsp:nvSpPr>
      <dsp:spPr>
        <a:xfrm>
          <a:off x="1392627" y="1820902"/>
          <a:ext cx="557050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B07325-1A42-478E-9198-4117B350D0AA}">
      <dsp:nvSpPr>
        <dsp:cNvPr id="0" name=""/>
        <dsp:cNvSpPr/>
      </dsp:nvSpPr>
      <dsp:spPr>
        <a:xfrm>
          <a:off x="0" y="1844043"/>
          <a:ext cx="696313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D65F8E-657C-472D-9013-D1FAEB4FBBC7}">
      <dsp:nvSpPr>
        <dsp:cNvPr id="0" name=""/>
        <dsp:cNvSpPr/>
      </dsp:nvSpPr>
      <dsp:spPr>
        <a:xfrm>
          <a:off x="0" y="1844043"/>
          <a:ext cx="1392627" cy="1844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1" kern="1200" dirty="0"/>
            <a:t>Сложные</a:t>
          </a:r>
        </a:p>
      </dsp:txBody>
      <dsp:txXfrm>
        <a:off x="0" y="1844043"/>
        <a:ext cx="1392627" cy="1844043"/>
      </dsp:txXfrm>
    </dsp:sp>
    <dsp:sp modelId="{208161C9-81EF-4A89-A3C2-78F04320B1D6}">
      <dsp:nvSpPr>
        <dsp:cNvPr id="0" name=""/>
        <dsp:cNvSpPr/>
      </dsp:nvSpPr>
      <dsp:spPr>
        <a:xfrm>
          <a:off x="1497074" y="1858562"/>
          <a:ext cx="5466062" cy="290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OLAP</a:t>
          </a:r>
          <a:r>
            <a:rPr lang="ru-RU" sz="1800" b="1" kern="1200" dirty="0"/>
            <a:t>-анализ</a:t>
          </a:r>
        </a:p>
      </dsp:txBody>
      <dsp:txXfrm>
        <a:off x="1497074" y="1858562"/>
        <a:ext cx="5466062" cy="290382"/>
      </dsp:txXfrm>
    </dsp:sp>
    <dsp:sp modelId="{7B896371-4630-43BB-91DD-D6EB59F9FED1}">
      <dsp:nvSpPr>
        <dsp:cNvPr id="0" name=""/>
        <dsp:cNvSpPr/>
      </dsp:nvSpPr>
      <dsp:spPr>
        <a:xfrm>
          <a:off x="1392627" y="2148945"/>
          <a:ext cx="557050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4512D59-E90C-4427-8D20-A2CB3610D524}">
      <dsp:nvSpPr>
        <dsp:cNvPr id="0" name=""/>
        <dsp:cNvSpPr/>
      </dsp:nvSpPr>
      <dsp:spPr>
        <a:xfrm>
          <a:off x="1497074" y="2163464"/>
          <a:ext cx="5466062" cy="290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u-RU" sz="1800" b="1" kern="1200" dirty="0"/>
            <a:t>Географические карты</a:t>
          </a:r>
        </a:p>
      </dsp:txBody>
      <dsp:txXfrm>
        <a:off x="1497074" y="2163464"/>
        <a:ext cx="5466062" cy="290382"/>
      </dsp:txXfrm>
    </dsp:sp>
    <dsp:sp modelId="{A2F2EEC8-1D2E-4517-9B0B-5EAF27253301}">
      <dsp:nvSpPr>
        <dsp:cNvPr id="0" name=""/>
        <dsp:cNvSpPr/>
      </dsp:nvSpPr>
      <dsp:spPr>
        <a:xfrm>
          <a:off x="1392627" y="2453847"/>
          <a:ext cx="557050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B872C64-02F3-40D5-954D-DC5AEFFEE459}">
      <dsp:nvSpPr>
        <dsp:cNvPr id="0" name=""/>
        <dsp:cNvSpPr/>
      </dsp:nvSpPr>
      <dsp:spPr>
        <a:xfrm>
          <a:off x="1497074" y="2468366"/>
          <a:ext cx="5466062" cy="290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u-RU" sz="1800" b="1" kern="1200" dirty="0"/>
            <a:t>Плоское дерево</a:t>
          </a:r>
        </a:p>
      </dsp:txBody>
      <dsp:txXfrm>
        <a:off x="1497074" y="2468366"/>
        <a:ext cx="5466062" cy="290382"/>
      </dsp:txXfrm>
    </dsp:sp>
    <dsp:sp modelId="{8A457C2F-01B6-499C-8E3B-1CBEF007023A}">
      <dsp:nvSpPr>
        <dsp:cNvPr id="0" name=""/>
        <dsp:cNvSpPr/>
      </dsp:nvSpPr>
      <dsp:spPr>
        <a:xfrm>
          <a:off x="1392627" y="2758749"/>
          <a:ext cx="557050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1A70C03-DF41-43EE-87E1-B6EF4D2526D4}">
      <dsp:nvSpPr>
        <dsp:cNvPr id="0" name=""/>
        <dsp:cNvSpPr/>
      </dsp:nvSpPr>
      <dsp:spPr>
        <a:xfrm>
          <a:off x="1497074" y="2773268"/>
          <a:ext cx="5466062" cy="290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u-RU" sz="1800" b="1" kern="1200" dirty="0"/>
            <a:t>Диаграмма связей</a:t>
          </a:r>
        </a:p>
      </dsp:txBody>
      <dsp:txXfrm>
        <a:off x="1497074" y="2773268"/>
        <a:ext cx="5466062" cy="290382"/>
      </dsp:txXfrm>
    </dsp:sp>
    <dsp:sp modelId="{41AD079C-A498-442C-9350-57D55060C56A}">
      <dsp:nvSpPr>
        <dsp:cNvPr id="0" name=""/>
        <dsp:cNvSpPr/>
      </dsp:nvSpPr>
      <dsp:spPr>
        <a:xfrm>
          <a:off x="1392627" y="3063651"/>
          <a:ext cx="557050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8B3B12-CBFD-4588-904A-AC7CDBE7AB9B}">
      <dsp:nvSpPr>
        <dsp:cNvPr id="0" name=""/>
        <dsp:cNvSpPr/>
      </dsp:nvSpPr>
      <dsp:spPr>
        <a:xfrm>
          <a:off x="1497074" y="3078170"/>
          <a:ext cx="5466062" cy="290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u-RU" sz="1800" b="1" kern="1200" dirty="0"/>
            <a:t>Облако тегов</a:t>
          </a:r>
        </a:p>
      </dsp:txBody>
      <dsp:txXfrm>
        <a:off x="1497074" y="3078170"/>
        <a:ext cx="5466062" cy="290382"/>
      </dsp:txXfrm>
    </dsp:sp>
    <dsp:sp modelId="{D9C3816A-B8F5-4680-B647-44D032A0BBBE}">
      <dsp:nvSpPr>
        <dsp:cNvPr id="0" name=""/>
        <dsp:cNvSpPr/>
      </dsp:nvSpPr>
      <dsp:spPr>
        <a:xfrm>
          <a:off x="1392627" y="3368553"/>
          <a:ext cx="557050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7ABC657-111A-4577-B0F0-DB0A4B6131A1}">
      <dsp:nvSpPr>
        <dsp:cNvPr id="0" name=""/>
        <dsp:cNvSpPr/>
      </dsp:nvSpPr>
      <dsp:spPr>
        <a:xfrm>
          <a:off x="1497074" y="3383072"/>
          <a:ext cx="5466062" cy="290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u-RU" sz="1800" b="1" kern="1200" dirty="0"/>
            <a:t>Диаграмма рассеяния</a:t>
          </a:r>
        </a:p>
      </dsp:txBody>
      <dsp:txXfrm>
        <a:off x="1497074" y="3383072"/>
        <a:ext cx="5466062" cy="290382"/>
      </dsp:txXfrm>
    </dsp:sp>
    <dsp:sp modelId="{C046A94C-C9CD-4B4C-99C3-D78DBEF21DAA}">
      <dsp:nvSpPr>
        <dsp:cNvPr id="0" name=""/>
        <dsp:cNvSpPr/>
      </dsp:nvSpPr>
      <dsp:spPr>
        <a:xfrm>
          <a:off x="1392627" y="3673455"/>
          <a:ext cx="557050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D362D-1A56-4B06-A335-F82404D15255}">
      <dsp:nvSpPr>
        <dsp:cNvPr id="0" name=""/>
        <dsp:cNvSpPr/>
      </dsp:nvSpPr>
      <dsp:spPr>
        <a:xfrm>
          <a:off x="6750052" y="1570635"/>
          <a:ext cx="410585" cy="3018164"/>
        </a:xfrm>
        <a:custGeom>
          <a:avLst/>
          <a:gdLst/>
          <a:ahLst/>
          <a:cxnLst/>
          <a:rect l="0" t="0" r="0" b="0"/>
          <a:pathLst>
            <a:path>
              <a:moveTo>
                <a:pt x="0" y="0"/>
              </a:moveTo>
              <a:lnTo>
                <a:pt x="0" y="3018164"/>
              </a:lnTo>
              <a:lnTo>
                <a:pt x="410585" y="301816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806C2E-6483-444E-8127-EE7D30A4D039}">
      <dsp:nvSpPr>
        <dsp:cNvPr id="0" name=""/>
        <dsp:cNvSpPr/>
      </dsp:nvSpPr>
      <dsp:spPr>
        <a:xfrm>
          <a:off x="6750052" y="1570635"/>
          <a:ext cx="410585" cy="2368801"/>
        </a:xfrm>
        <a:custGeom>
          <a:avLst/>
          <a:gdLst/>
          <a:ahLst/>
          <a:cxnLst/>
          <a:rect l="0" t="0" r="0" b="0"/>
          <a:pathLst>
            <a:path>
              <a:moveTo>
                <a:pt x="0" y="0"/>
              </a:moveTo>
              <a:lnTo>
                <a:pt x="0" y="2368801"/>
              </a:lnTo>
              <a:lnTo>
                <a:pt x="410585" y="236880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704667-5C3F-4C56-98DC-5A41E5A92932}">
      <dsp:nvSpPr>
        <dsp:cNvPr id="0" name=""/>
        <dsp:cNvSpPr/>
      </dsp:nvSpPr>
      <dsp:spPr>
        <a:xfrm>
          <a:off x="6750052" y="1570635"/>
          <a:ext cx="410585" cy="1719439"/>
        </a:xfrm>
        <a:custGeom>
          <a:avLst/>
          <a:gdLst/>
          <a:ahLst/>
          <a:cxnLst/>
          <a:rect l="0" t="0" r="0" b="0"/>
          <a:pathLst>
            <a:path>
              <a:moveTo>
                <a:pt x="0" y="0"/>
              </a:moveTo>
              <a:lnTo>
                <a:pt x="0" y="1719439"/>
              </a:lnTo>
              <a:lnTo>
                <a:pt x="410585" y="171943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4FFDEA-C847-43FA-AEA4-154DE36E5F2C}">
      <dsp:nvSpPr>
        <dsp:cNvPr id="0" name=""/>
        <dsp:cNvSpPr/>
      </dsp:nvSpPr>
      <dsp:spPr>
        <a:xfrm>
          <a:off x="6750052" y="1570635"/>
          <a:ext cx="410585" cy="1070076"/>
        </a:xfrm>
        <a:custGeom>
          <a:avLst/>
          <a:gdLst/>
          <a:ahLst/>
          <a:cxnLst/>
          <a:rect l="0" t="0" r="0" b="0"/>
          <a:pathLst>
            <a:path>
              <a:moveTo>
                <a:pt x="0" y="0"/>
              </a:moveTo>
              <a:lnTo>
                <a:pt x="0" y="1070076"/>
              </a:lnTo>
              <a:lnTo>
                <a:pt x="410585" y="107007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14FB2A-4A97-452D-B4B4-4EECC4716D06}">
      <dsp:nvSpPr>
        <dsp:cNvPr id="0" name=""/>
        <dsp:cNvSpPr/>
      </dsp:nvSpPr>
      <dsp:spPr>
        <a:xfrm>
          <a:off x="6750052" y="1570635"/>
          <a:ext cx="410585" cy="420713"/>
        </a:xfrm>
        <a:custGeom>
          <a:avLst/>
          <a:gdLst/>
          <a:ahLst/>
          <a:cxnLst/>
          <a:rect l="0" t="0" r="0" b="0"/>
          <a:pathLst>
            <a:path>
              <a:moveTo>
                <a:pt x="0" y="0"/>
              </a:moveTo>
              <a:lnTo>
                <a:pt x="0" y="420713"/>
              </a:lnTo>
              <a:lnTo>
                <a:pt x="410585" y="42071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50862E-BBA5-4703-B182-B6A8FEA74BB7}">
      <dsp:nvSpPr>
        <dsp:cNvPr id="0" name=""/>
        <dsp:cNvSpPr/>
      </dsp:nvSpPr>
      <dsp:spPr>
        <a:xfrm>
          <a:off x="4915645" y="921272"/>
          <a:ext cx="2929302" cy="192065"/>
        </a:xfrm>
        <a:custGeom>
          <a:avLst/>
          <a:gdLst/>
          <a:ahLst/>
          <a:cxnLst/>
          <a:rect l="0" t="0" r="0" b="0"/>
          <a:pathLst>
            <a:path>
              <a:moveTo>
                <a:pt x="0" y="0"/>
              </a:moveTo>
              <a:lnTo>
                <a:pt x="0" y="96032"/>
              </a:lnTo>
              <a:lnTo>
                <a:pt x="2929302" y="96032"/>
              </a:lnTo>
              <a:lnTo>
                <a:pt x="2929302" y="19206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EA3228-2BB4-41B0-893F-73655B2B3E84}">
      <dsp:nvSpPr>
        <dsp:cNvPr id="0" name=""/>
        <dsp:cNvSpPr/>
      </dsp:nvSpPr>
      <dsp:spPr>
        <a:xfrm>
          <a:off x="3820750" y="1570635"/>
          <a:ext cx="410585" cy="3018164"/>
        </a:xfrm>
        <a:custGeom>
          <a:avLst/>
          <a:gdLst/>
          <a:ahLst/>
          <a:cxnLst/>
          <a:rect l="0" t="0" r="0" b="0"/>
          <a:pathLst>
            <a:path>
              <a:moveTo>
                <a:pt x="0" y="0"/>
              </a:moveTo>
              <a:lnTo>
                <a:pt x="0" y="3018164"/>
              </a:lnTo>
              <a:lnTo>
                <a:pt x="410585" y="301816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FADD07-A8B8-4DF4-B2FC-252B10731F8B}">
      <dsp:nvSpPr>
        <dsp:cNvPr id="0" name=""/>
        <dsp:cNvSpPr/>
      </dsp:nvSpPr>
      <dsp:spPr>
        <a:xfrm>
          <a:off x="3820750" y="1570635"/>
          <a:ext cx="410585" cy="2368801"/>
        </a:xfrm>
        <a:custGeom>
          <a:avLst/>
          <a:gdLst/>
          <a:ahLst/>
          <a:cxnLst/>
          <a:rect l="0" t="0" r="0" b="0"/>
          <a:pathLst>
            <a:path>
              <a:moveTo>
                <a:pt x="0" y="0"/>
              </a:moveTo>
              <a:lnTo>
                <a:pt x="0" y="2368801"/>
              </a:lnTo>
              <a:lnTo>
                <a:pt x="410585" y="236880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41DB45-C722-44C9-83E9-8D366AB8712B}">
      <dsp:nvSpPr>
        <dsp:cNvPr id="0" name=""/>
        <dsp:cNvSpPr/>
      </dsp:nvSpPr>
      <dsp:spPr>
        <a:xfrm>
          <a:off x="3820750" y="1570635"/>
          <a:ext cx="410585" cy="1719439"/>
        </a:xfrm>
        <a:custGeom>
          <a:avLst/>
          <a:gdLst/>
          <a:ahLst/>
          <a:cxnLst/>
          <a:rect l="0" t="0" r="0" b="0"/>
          <a:pathLst>
            <a:path>
              <a:moveTo>
                <a:pt x="0" y="0"/>
              </a:moveTo>
              <a:lnTo>
                <a:pt x="0" y="1719439"/>
              </a:lnTo>
              <a:lnTo>
                <a:pt x="410585" y="171943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2780D9-4724-43EC-B2C5-06FE8F482E5E}">
      <dsp:nvSpPr>
        <dsp:cNvPr id="0" name=""/>
        <dsp:cNvSpPr/>
      </dsp:nvSpPr>
      <dsp:spPr>
        <a:xfrm>
          <a:off x="3820750" y="1570635"/>
          <a:ext cx="410585" cy="1070076"/>
        </a:xfrm>
        <a:custGeom>
          <a:avLst/>
          <a:gdLst/>
          <a:ahLst/>
          <a:cxnLst/>
          <a:rect l="0" t="0" r="0" b="0"/>
          <a:pathLst>
            <a:path>
              <a:moveTo>
                <a:pt x="0" y="0"/>
              </a:moveTo>
              <a:lnTo>
                <a:pt x="0" y="1070076"/>
              </a:lnTo>
              <a:lnTo>
                <a:pt x="410585" y="107007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158930-A80C-438B-AD9D-C4C2A36779C7}">
      <dsp:nvSpPr>
        <dsp:cNvPr id="0" name=""/>
        <dsp:cNvSpPr/>
      </dsp:nvSpPr>
      <dsp:spPr>
        <a:xfrm>
          <a:off x="3820750" y="1570635"/>
          <a:ext cx="410585" cy="420713"/>
        </a:xfrm>
        <a:custGeom>
          <a:avLst/>
          <a:gdLst/>
          <a:ahLst/>
          <a:cxnLst/>
          <a:rect l="0" t="0" r="0" b="0"/>
          <a:pathLst>
            <a:path>
              <a:moveTo>
                <a:pt x="0" y="0"/>
              </a:moveTo>
              <a:lnTo>
                <a:pt x="0" y="420713"/>
              </a:lnTo>
              <a:lnTo>
                <a:pt x="410585" y="42071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CF777D-25C9-438B-89DD-D1AF67A52006}">
      <dsp:nvSpPr>
        <dsp:cNvPr id="0" name=""/>
        <dsp:cNvSpPr/>
      </dsp:nvSpPr>
      <dsp:spPr>
        <a:xfrm>
          <a:off x="4869925" y="921272"/>
          <a:ext cx="91440" cy="192065"/>
        </a:xfrm>
        <a:custGeom>
          <a:avLst/>
          <a:gdLst/>
          <a:ahLst/>
          <a:cxnLst/>
          <a:rect l="0" t="0" r="0" b="0"/>
          <a:pathLst>
            <a:path>
              <a:moveTo>
                <a:pt x="45720" y="0"/>
              </a:moveTo>
              <a:lnTo>
                <a:pt x="45720" y="19206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3A8628-4A8A-4A01-AB2B-D179DCE68662}">
      <dsp:nvSpPr>
        <dsp:cNvPr id="0" name=""/>
        <dsp:cNvSpPr/>
      </dsp:nvSpPr>
      <dsp:spPr>
        <a:xfrm>
          <a:off x="891447" y="1570635"/>
          <a:ext cx="410585" cy="3018164"/>
        </a:xfrm>
        <a:custGeom>
          <a:avLst/>
          <a:gdLst/>
          <a:ahLst/>
          <a:cxnLst/>
          <a:rect l="0" t="0" r="0" b="0"/>
          <a:pathLst>
            <a:path>
              <a:moveTo>
                <a:pt x="0" y="0"/>
              </a:moveTo>
              <a:lnTo>
                <a:pt x="0" y="3018164"/>
              </a:lnTo>
              <a:lnTo>
                <a:pt x="410585" y="301816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833DD1-89E8-418A-A7C1-2FA49C491943}">
      <dsp:nvSpPr>
        <dsp:cNvPr id="0" name=""/>
        <dsp:cNvSpPr/>
      </dsp:nvSpPr>
      <dsp:spPr>
        <a:xfrm>
          <a:off x="891447" y="1570635"/>
          <a:ext cx="410585" cy="2368801"/>
        </a:xfrm>
        <a:custGeom>
          <a:avLst/>
          <a:gdLst/>
          <a:ahLst/>
          <a:cxnLst/>
          <a:rect l="0" t="0" r="0" b="0"/>
          <a:pathLst>
            <a:path>
              <a:moveTo>
                <a:pt x="0" y="0"/>
              </a:moveTo>
              <a:lnTo>
                <a:pt x="0" y="2368801"/>
              </a:lnTo>
              <a:lnTo>
                <a:pt x="410585" y="236880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D7CDA8-3474-48B8-A9FC-114737BD6479}">
      <dsp:nvSpPr>
        <dsp:cNvPr id="0" name=""/>
        <dsp:cNvSpPr/>
      </dsp:nvSpPr>
      <dsp:spPr>
        <a:xfrm>
          <a:off x="891447" y="1570635"/>
          <a:ext cx="410585" cy="1719439"/>
        </a:xfrm>
        <a:custGeom>
          <a:avLst/>
          <a:gdLst/>
          <a:ahLst/>
          <a:cxnLst/>
          <a:rect l="0" t="0" r="0" b="0"/>
          <a:pathLst>
            <a:path>
              <a:moveTo>
                <a:pt x="0" y="0"/>
              </a:moveTo>
              <a:lnTo>
                <a:pt x="0" y="1719439"/>
              </a:lnTo>
              <a:lnTo>
                <a:pt x="410585" y="171943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CF2568-7CDA-46FC-ADB1-6BD1E2D47F60}">
      <dsp:nvSpPr>
        <dsp:cNvPr id="0" name=""/>
        <dsp:cNvSpPr/>
      </dsp:nvSpPr>
      <dsp:spPr>
        <a:xfrm>
          <a:off x="891447" y="1570635"/>
          <a:ext cx="410585" cy="1070076"/>
        </a:xfrm>
        <a:custGeom>
          <a:avLst/>
          <a:gdLst/>
          <a:ahLst/>
          <a:cxnLst/>
          <a:rect l="0" t="0" r="0" b="0"/>
          <a:pathLst>
            <a:path>
              <a:moveTo>
                <a:pt x="0" y="0"/>
              </a:moveTo>
              <a:lnTo>
                <a:pt x="0" y="1070076"/>
              </a:lnTo>
              <a:lnTo>
                <a:pt x="410585" y="107007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A07754-AF74-49FC-957A-6F9D8DF137EC}">
      <dsp:nvSpPr>
        <dsp:cNvPr id="0" name=""/>
        <dsp:cNvSpPr/>
      </dsp:nvSpPr>
      <dsp:spPr>
        <a:xfrm>
          <a:off x="891447" y="1570635"/>
          <a:ext cx="410585" cy="420713"/>
        </a:xfrm>
        <a:custGeom>
          <a:avLst/>
          <a:gdLst/>
          <a:ahLst/>
          <a:cxnLst/>
          <a:rect l="0" t="0" r="0" b="0"/>
          <a:pathLst>
            <a:path>
              <a:moveTo>
                <a:pt x="0" y="0"/>
              </a:moveTo>
              <a:lnTo>
                <a:pt x="0" y="420713"/>
              </a:lnTo>
              <a:lnTo>
                <a:pt x="410585" y="42071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22D15D-ADD4-4A55-B76D-E5A6D6CAD1F1}">
      <dsp:nvSpPr>
        <dsp:cNvPr id="0" name=""/>
        <dsp:cNvSpPr/>
      </dsp:nvSpPr>
      <dsp:spPr>
        <a:xfrm>
          <a:off x="1986342" y="921272"/>
          <a:ext cx="2929302" cy="192065"/>
        </a:xfrm>
        <a:custGeom>
          <a:avLst/>
          <a:gdLst/>
          <a:ahLst/>
          <a:cxnLst/>
          <a:rect l="0" t="0" r="0" b="0"/>
          <a:pathLst>
            <a:path>
              <a:moveTo>
                <a:pt x="2929302" y="0"/>
              </a:moveTo>
              <a:lnTo>
                <a:pt x="2929302" y="96032"/>
              </a:lnTo>
              <a:lnTo>
                <a:pt x="0" y="96032"/>
              </a:lnTo>
              <a:lnTo>
                <a:pt x="0" y="19206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81C8C9-A534-4BBE-9B4F-85106006C735}">
      <dsp:nvSpPr>
        <dsp:cNvPr id="0" name=""/>
        <dsp:cNvSpPr/>
      </dsp:nvSpPr>
      <dsp:spPr>
        <a:xfrm>
          <a:off x="2805651" y="732"/>
          <a:ext cx="4219988" cy="92054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ru-RU" sz="2400" b="1" kern="1200" dirty="0"/>
            <a:t>Инструменты визуализации данных</a:t>
          </a:r>
        </a:p>
      </dsp:txBody>
      <dsp:txXfrm>
        <a:off x="2805651" y="732"/>
        <a:ext cx="4219988" cy="920540"/>
      </dsp:txXfrm>
    </dsp:sp>
    <dsp:sp modelId="{8CEFB0A2-F5D2-4A06-82A1-730DBA9F1EDF}">
      <dsp:nvSpPr>
        <dsp:cNvPr id="0" name=""/>
        <dsp:cNvSpPr/>
      </dsp:nvSpPr>
      <dsp:spPr>
        <a:xfrm>
          <a:off x="617724" y="1113337"/>
          <a:ext cx="2737237" cy="457297"/>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ru-RU" sz="2400" b="1" kern="1200" dirty="0"/>
            <a:t>На облаке</a:t>
          </a:r>
        </a:p>
      </dsp:txBody>
      <dsp:txXfrm>
        <a:off x="617724" y="1113337"/>
        <a:ext cx="2737237" cy="457297"/>
      </dsp:txXfrm>
    </dsp:sp>
    <dsp:sp modelId="{A903704D-2E86-44DA-BBAE-31550AE1F80C}">
      <dsp:nvSpPr>
        <dsp:cNvPr id="0" name=""/>
        <dsp:cNvSpPr/>
      </dsp:nvSpPr>
      <dsp:spPr>
        <a:xfrm>
          <a:off x="1302033" y="1762700"/>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Tableau Public</a:t>
          </a:r>
          <a:endParaRPr lang="ru-RU" sz="2400" b="1" kern="1200" dirty="0"/>
        </a:p>
      </dsp:txBody>
      <dsp:txXfrm>
        <a:off x="1302033" y="1762700"/>
        <a:ext cx="2737237" cy="457297"/>
      </dsp:txXfrm>
    </dsp:sp>
    <dsp:sp modelId="{C92E906A-211E-466E-BF5A-0E7BB27F4A76}">
      <dsp:nvSpPr>
        <dsp:cNvPr id="0" name=""/>
        <dsp:cNvSpPr/>
      </dsp:nvSpPr>
      <dsp:spPr>
        <a:xfrm>
          <a:off x="1302033" y="2412062"/>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Google Charts</a:t>
          </a:r>
          <a:endParaRPr lang="ru-RU" sz="2400" b="1" kern="1200" dirty="0"/>
        </a:p>
      </dsp:txBody>
      <dsp:txXfrm>
        <a:off x="1302033" y="2412062"/>
        <a:ext cx="2737237" cy="457297"/>
      </dsp:txXfrm>
    </dsp:sp>
    <dsp:sp modelId="{3CEA0316-D455-4024-997A-9DE03CC566CF}">
      <dsp:nvSpPr>
        <dsp:cNvPr id="0" name=""/>
        <dsp:cNvSpPr/>
      </dsp:nvSpPr>
      <dsp:spPr>
        <a:xfrm>
          <a:off x="1302033" y="3061425"/>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Yandex </a:t>
          </a:r>
          <a:r>
            <a:rPr lang="en-US" sz="2400" b="1" kern="1200" dirty="0" err="1"/>
            <a:t>DataLens</a:t>
          </a:r>
          <a:endParaRPr lang="ru-RU" sz="2400" b="1" kern="1200" dirty="0"/>
        </a:p>
      </dsp:txBody>
      <dsp:txXfrm>
        <a:off x="1302033" y="3061425"/>
        <a:ext cx="2737237" cy="457297"/>
      </dsp:txXfrm>
    </dsp:sp>
    <dsp:sp modelId="{C8F80C6B-E041-424B-B938-7AA554CBBA51}">
      <dsp:nvSpPr>
        <dsp:cNvPr id="0" name=""/>
        <dsp:cNvSpPr/>
      </dsp:nvSpPr>
      <dsp:spPr>
        <a:xfrm>
          <a:off x="1302033" y="3710788"/>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t>Plotly</a:t>
          </a:r>
          <a:r>
            <a:rPr lang="en-US" sz="2400" b="1" kern="1200" dirty="0"/>
            <a:t> Dash</a:t>
          </a:r>
          <a:endParaRPr lang="ru-RU" sz="2400" b="1" kern="1200" dirty="0"/>
        </a:p>
      </dsp:txBody>
      <dsp:txXfrm>
        <a:off x="1302033" y="3710788"/>
        <a:ext cx="2737237" cy="457297"/>
      </dsp:txXfrm>
    </dsp:sp>
    <dsp:sp modelId="{DA7CCD04-B7DF-4CAD-B920-1126CCC468C1}">
      <dsp:nvSpPr>
        <dsp:cNvPr id="0" name=""/>
        <dsp:cNvSpPr/>
      </dsp:nvSpPr>
      <dsp:spPr>
        <a:xfrm>
          <a:off x="1302033" y="4360151"/>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t>Infogram</a:t>
          </a:r>
          <a:endParaRPr lang="ru-RU" sz="2400" b="1" kern="1200" dirty="0"/>
        </a:p>
      </dsp:txBody>
      <dsp:txXfrm>
        <a:off x="1302033" y="4360151"/>
        <a:ext cx="2737237" cy="457297"/>
      </dsp:txXfrm>
    </dsp:sp>
    <dsp:sp modelId="{E85AC728-7E2A-4A5B-8E9A-6E0527531252}">
      <dsp:nvSpPr>
        <dsp:cNvPr id="0" name=""/>
        <dsp:cNvSpPr/>
      </dsp:nvSpPr>
      <dsp:spPr>
        <a:xfrm>
          <a:off x="3547026" y="1113337"/>
          <a:ext cx="2737237" cy="457297"/>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ru-RU" sz="2400" b="1" kern="1200" dirty="0"/>
            <a:t>Персональные</a:t>
          </a:r>
        </a:p>
      </dsp:txBody>
      <dsp:txXfrm>
        <a:off x="3547026" y="1113337"/>
        <a:ext cx="2737237" cy="457297"/>
      </dsp:txXfrm>
    </dsp:sp>
    <dsp:sp modelId="{D8C12F76-41D0-442B-9C71-064C97EBC53B}">
      <dsp:nvSpPr>
        <dsp:cNvPr id="0" name=""/>
        <dsp:cNvSpPr/>
      </dsp:nvSpPr>
      <dsp:spPr>
        <a:xfrm>
          <a:off x="4231335" y="1762700"/>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t>Plotly</a:t>
          </a:r>
          <a:endParaRPr lang="ru-RU" sz="2400" b="1" kern="1200" dirty="0"/>
        </a:p>
      </dsp:txBody>
      <dsp:txXfrm>
        <a:off x="4231335" y="1762700"/>
        <a:ext cx="2737237" cy="457297"/>
      </dsp:txXfrm>
    </dsp:sp>
    <dsp:sp modelId="{81137E64-E031-4BC0-A2E3-CA32E41955BD}">
      <dsp:nvSpPr>
        <dsp:cNvPr id="0" name=""/>
        <dsp:cNvSpPr/>
      </dsp:nvSpPr>
      <dsp:spPr>
        <a:xfrm>
          <a:off x="4231335" y="2412062"/>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t>DataLens</a:t>
          </a:r>
          <a:endParaRPr lang="ru-RU" sz="2400" b="1" kern="1200" dirty="0"/>
        </a:p>
      </dsp:txBody>
      <dsp:txXfrm>
        <a:off x="4231335" y="2412062"/>
        <a:ext cx="2737237" cy="457297"/>
      </dsp:txXfrm>
    </dsp:sp>
    <dsp:sp modelId="{527EF426-E2FC-4F1D-A415-3DE6D31BC2DE}">
      <dsp:nvSpPr>
        <dsp:cNvPr id="0" name=""/>
        <dsp:cNvSpPr/>
      </dsp:nvSpPr>
      <dsp:spPr>
        <a:xfrm>
          <a:off x="4231335" y="3061425"/>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Ember Charts</a:t>
          </a:r>
          <a:endParaRPr lang="ru-RU" sz="2400" b="1" kern="1200" dirty="0"/>
        </a:p>
      </dsp:txBody>
      <dsp:txXfrm>
        <a:off x="4231335" y="3061425"/>
        <a:ext cx="2737237" cy="457297"/>
      </dsp:txXfrm>
    </dsp:sp>
    <dsp:sp modelId="{A42730D2-2BF7-415C-BDF6-14331D68D0A0}">
      <dsp:nvSpPr>
        <dsp:cNvPr id="0" name=""/>
        <dsp:cNvSpPr/>
      </dsp:nvSpPr>
      <dsp:spPr>
        <a:xfrm>
          <a:off x="4231335" y="3710788"/>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Leaflet</a:t>
          </a:r>
          <a:endParaRPr lang="ru-RU" sz="2400" b="1" kern="1200" dirty="0"/>
        </a:p>
      </dsp:txBody>
      <dsp:txXfrm>
        <a:off x="4231335" y="3710788"/>
        <a:ext cx="2737237" cy="457297"/>
      </dsp:txXfrm>
    </dsp:sp>
    <dsp:sp modelId="{7AF5E5C1-9A41-4529-A89A-6EF897D6B50A}">
      <dsp:nvSpPr>
        <dsp:cNvPr id="0" name=""/>
        <dsp:cNvSpPr/>
      </dsp:nvSpPr>
      <dsp:spPr>
        <a:xfrm>
          <a:off x="4231335" y="4360151"/>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t>PowerBI</a:t>
          </a:r>
          <a:endParaRPr lang="ru-RU" sz="2400" b="1" kern="1200" dirty="0"/>
        </a:p>
      </dsp:txBody>
      <dsp:txXfrm>
        <a:off x="4231335" y="4360151"/>
        <a:ext cx="2737237" cy="457297"/>
      </dsp:txXfrm>
    </dsp:sp>
    <dsp:sp modelId="{4699CA32-6544-4DD6-9437-1C0AB3E88B77}">
      <dsp:nvSpPr>
        <dsp:cNvPr id="0" name=""/>
        <dsp:cNvSpPr/>
      </dsp:nvSpPr>
      <dsp:spPr>
        <a:xfrm>
          <a:off x="6476329" y="1113337"/>
          <a:ext cx="2737237" cy="457297"/>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ru-RU" sz="2400" b="1" kern="1200" dirty="0"/>
            <a:t>Подписка</a:t>
          </a:r>
        </a:p>
      </dsp:txBody>
      <dsp:txXfrm>
        <a:off x="6476329" y="1113337"/>
        <a:ext cx="2737237" cy="457297"/>
      </dsp:txXfrm>
    </dsp:sp>
    <dsp:sp modelId="{0E95B6CA-647F-4458-BBF3-184C39A4F903}">
      <dsp:nvSpPr>
        <dsp:cNvPr id="0" name=""/>
        <dsp:cNvSpPr/>
      </dsp:nvSpPr>
      <dsp:spPr>
        <a:xfrm>
          <a:off x="7160638" y="1762700"/>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t>FusionCharts</a:t>
          </a:r>
          <a:endParaRPr lang="ru-RU" sz="2400" b="1" kern="1200" dirty="0"/>
        </a:p>
      </dsp:txBody>
      <dsp:txXfrm>
        <a:off x="7160638" y="1762700"/>
        <a:ext cx="2737237" cy="457297"/>
      </dsp:txXfrm>
    </dsp:sp>
    <dsp:sp modelId="{3E53AD20-1724-448C-A778-79C3375A799D}">
      <dsp:nvSpPr>
        <dsp:cNvPr id="0" name=""/>
        <dsp:cNvSpPr/>
      </dsp:nvSpPr>
      <dsp:spPr>
        <a:xfrm>
          <a:off x="7160638" y="2412062"/>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t>Tableu</a:t>
          </a:r>
          <a:endParaRPr lang="ru-RU" sz="2400" b="1" kern="1200" dirty="0"/>
        </a:p>
      </dsp:txBody>
      <dsp:txXfrm>
        <a:off x="7160638" y="2412062"/>
        <a:ext cx="2737237" cy="457297"/>
      </dsp:txXfrm>
    </dsp:sp>
    <dsp:sp modelId="{A55D5B42-C80B-4A4A-A7DD-15B1FAF21D86}">
      <dsp:nvSpPr>
        <dsp:cNvPr id="0" name=""/>
        <dsp:cNvSpPr/>
      </dsp:nvSpPr>
      <dsp:spPr>
        <a:xfrm>
          <a:off x="7160638" y="3061425"/>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t>Polymatica</a:t>
          </a:r>
          <a:endParaRPr lang="ru-RU" sz="2400" b="1" kern="1200" dirty="0"/>
        </a:p>
      </dsp:txBody>
      <dsp:txXfrm>
        <a:off x="7160638" y="3061425"/>
        <a:ext cx="2737237" cy="457297"/>
      </dsp:txXfrm>
    </dsp:sp>
    <dsp:sp modelId="{A6094573-812C-4858-8EF3-157E4F652670}">
      <dsp:nvSpPr>
        <dsp:cNvPr id="0" name=""/>
        <dsp:cNvSpPr/>
      </dsp:nvSpPr>
      <dsp:spPr>
        <a:xfrm>
          <a:off x="7160638" y="3710788"/>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t>ChartBlocks</a:t>
          </a:r>
          <a:endParaRPr lang="ru-RU" sz="2400" b="1" kern="1200" dirty="0"/>
        </a:p>
      </dsp:txBody>
      <dsp:txXfrm>
        <a:off x="7160638" y="3710788"/>
        <a:ext cx="2737237" cy="457297"/>
      </dsp:txXfrm>
    </dsp:sp>
    <dsp:sp modelId="{ABA4F6D3-757C-482B-AAFF-118EAE5C0463}">
      <dsp:nvSpPr>
        <dsp:cNvPr id="0" name=""/>
        <dsp:cNvSpPr/>
      </dsp:nvSpPr>
      <dsp:spPr>
        <a:xfrm>
          <a:off x="7160638" y="4360151"/>
          <a:ext cx="2737237" cy="4572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t>Infogram</a:t>
          </a:r>
          <a:endParaRPr lang="ru-RU" sz="2400" b="1" kern="1200" dirty="0"/>
        </a:p>
      </dsp:txBody>
      <dsp:txXfrm>
        <a:off x="7160638" y="4360151"/>
        <a:ext cx="2737237" cy="45729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BB4B77-92A8-4974-A692-42FA5825A187}" type="datetimeFigureOut">
              <a:rPr lang="ru-RU" smtClean="0"/>
              <a:t>01.10.2024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4ECBE7-4487-4615-A10C-5FECAADA1E8C}" type="slidenum">
              <a:rPr lang="ru-RU" smtClean="0"/>
              <a:t>‹#›</a:t>
            </a:fld>
            <a:endParaRPr lang="ru-RU"/>
          </a:p>
        </p:txBody>
      </p:sp>
    </p:spTree>
    <p:extLst>
      <p:ext uri="{BB962C8B-B14F-4D97-AF65-F5344CB8AC3E}">
        <p14:creationId xmlns:p14="http://schemas.microsoft.com/office/powerpoint/2010/main" val="874215418"/>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ru.wikipedia.org/wiki/%D0%94%D0%B8%D1%81%D0%BA%D1%80%D0%B5%D1%82%D0%BD%D0%BE%D0%B5_%D1%80%D0%B0%D1%81%D0%BF%D1%80%D0%B5%D0%B4%D0%B5%D0%BB%D0%B5%D0%BD%D0%B8%D0%B5" TargetMode="External"/><Relationship Id="rId7" Type="http://schemas.openxmlformats.org/officeDocument/2006/relationships/hyperlink" Target="https://ru.wikipedia.org/wiki/%D0%A2%D0%B5%D0%BE%D1%80%D0%B8%D1%8F_%D0%BC%D0%B0%D1%81%D1%81%D0%BE%D0%B2%D0%BE%D0%B3%D0%BE_%D0%BE%D0%B1%D1%81%D0%BB%D1%83%D0%B6%D0%B8%D0%B2%D0%B0%D0%BD%D0%B8%D1%8F"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ru.wikipedia.org/wiki/%D0%9D%D0%B5%D0%B7%D0%B0%D0%B2%D0%B8%D1%81%D0%B8%D0%BC%D0%BE%D1%81%D1%82%D1%8C_(%D1%82%D0%B5%D0%BE%D1%80%D0%B8%D1%8F_%D0%B2%D0%B5%D1%80%D0%BE%D1%8F%D1%82%D0%BD%D0%BE%D1%81%D1%82%D0%B5%D0%B9)" TargetMode="External"/><Relationship Id="rId5" Type="http://schemas.openxmlformats.org/officeDocument/2006/relationships/hyperlink" Target="https://ru.wikipedia.org/wiki/%D0%A1%D0%BB%D1%83%D1%87%D0%B0%D0%B9%D0%BD%D0%BE%D0%B5_%D1%81%D0%BE%D0%B1%D1%8B%D1%82%D0%B8%D0%B5" TargetMode="External"/><Relationship Id="rId4" Type="http://schemas.openxmlformats.org/officeDocument/2006/relationships/hyperlink" Target="https://ru.wikipedia.org/wiki/%D0%A1%D0%BB%D1%83%D1%87%D0%B0%D0%B9%D0%BD%D0%B0%D1%8F_%D0%B2%D0%B5%D0%BB%D0%B8%D1%87%D0%B8%D0%BD%D0%B0"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en.wikipedia.org/wiki/Quantile" TargetMode="External"/><Relationship Id="rId13" Type="http://schemas.openxmlformats.org/officeDocument/2006/relationships/hyperlink" Target="https://en.wikipedia.org/wiki/Uniform_distribution_(continuous)" TargetMode="External"/><Relationship Id="rId18" Type="http://schemas.openxmlformats.org/officeDocument/2006/relationships/hyperlink" Target="https://en.wikipedia.org/wiki/Sample_median" TargetMode="External"/><Relationship Id="rId3" Type="http://schemas.openxmlformats.org/officeDocument/2006/relationships/hyperlink" Target="https://en.wikipedia.org/wiki/Statistics" TargetMode="External"/><Relationship Id="rId21" Type="http://schemas.openxmlformats.org/officeDocument/2006/relationships/hyperlink" Target="https://en.wikipedia.org/wiki/Random_sample" TargetMode="External"/><Relationship Id="rId7" Type="http://schemas.openxmlformats.org/officeDocument/2006/relationships/hyperlink" Target="https://en.wikipedia.org/wiki/Sample_median" TargetMode="External"/><Relationship Id="rId12" Type="http://schemas.openxmlformats.org/officeDocument/2006/relationships/hyperlink" Target="https://en.wikipedia.org/wiki/Cumulative_distribution_function" TargetMode="External"/><Relationship Id="rId17" Type="http://schemas.openxmlformats.org/officeDocument/2006/relationships/hyperlink" Target="https://en.wikipedia.org/wiki/Maximum" TargetMode="External"/><Relationship Id="rId2" Type="http://schemas.openxmlformats.org/officeDocument/2006/relationships/slide" Target="../slides/slide32.xml"/><Relationship Id="rId16" Type="http://schemas.openxmlformats.org/officeDocument/2006/relationships/hyperlink" Target="https://en.wikipedia.org/wiki/Minimum" TargetMode="External"/><Relationship Id="rId20" Type="http://schemas.openxmlformats.org/officeDocument/2006/relationships/hyperlink" Target="https://en.wikipedia.org/wiki/Probability_theory" TargetMode="External"/><Relationship Id="rId1" Type="http://schemas.openxmlformats.org/officeDocument/2006/relationships/notesMaster" Target="../notesMasters/notesMaster1.xml"/><Relationship Id="rId6" Type="http://schemas.openxmlformats.org/officeDocument/2006/relationships/hyperlink" Target="https://en.wikipedia.org/wiki/Maximum" TargetMode="External"/><Relationship Id="rId11" Type="http://schemas.openxmlformats.org/officeDocument/2006/relationships/hyperlink" Target="https://en.wikipedia.org/wiki/Continuous_probability_distribution" TargetMode="External"/><Relationship Id="rId24" Type="http://schemas.openxmlformats.org/officeDocument/2006/relationships/hyperlink" Target="https://en.wikipedia.org/wiki/Uniform_distribution_(continuous)" TargetMode="External"/><Relationship Id="rId5" Type="http://schemas.openxmlformats.org/officeDocument/2006/relationships/hyperlink" Target="https://en.wikipedia.org/wiki/Minimum" TargetMode="External"/><Relationship Id="rId15" Type="http://schemas.openxmlformats.org/officeDocument/2006/relationships/hyperlink" Target="https://en.wikipedia.org/wiki/Statistical_sample" TargetMode="External"/><Relationship Id="rId23" Type="http://schemas.openxmlformats.org/officeDocument/2006/relationships/hyperlink" Target="https://en.wikipedia.org/wiki/Cumulative_distribution_function" TargetMode="External"/><Relationship Id="rId10" Type="http://schemas.openxmlformats.org/officeDocument/2006/relationships/hyperlink" Target="https://en.wikipedia.org/wiki/Random_sample" TargetMode="External"/><Relationship Id="rId19" Type="http://schemas.openxmlformats.org/officeDocument/2006/relationships/hyperlink" Target="https://en.wikipedia.org/wiki/Quantile" TargetMode="External"/><Relationship Id="rId4" Type="http://schemas.openxmlformats.org/officeDocument/2006/relationships/hyperlink" Target="https://en.wikipedia.org/wiki/Statistical_sample" TargetMode="External"/><Relationship Id="rId9" Type="http://schemas.openxmlformats.org/officeDocument/2006/relationships/hyperlink" Target="https://en.wikipedia.org/wiki/Probability_theory" TargetMode="External"/><Relationship Id="rId14" Type="http://schemas.openxmlformats.org/officeDocument/2006/relationships/hyperlink" Target="https://en.wikipedia.org/wiki/Statistics" TargetMode="External"/><Relationship Id="rId22" Type="http://schemas.openxmlformats.org/officeDocument/2006/relationships/hyperlink" Target="https://en.wikipedia.org/wiki/Continuous_probability_distribution"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iki.loginom.ru/articles/normal-distribution.html"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iki.loginom.ru/articles/multidimensional.html" TargetMode="External"/><Relationship Id="rId7" Type="http://schemas.openxmlformats.org/officeDocument/2006/relationships/hyperlink" Target="https://wiki.loginom.ru/articles/aggregation.html" TargetMode="External"/><Relationship Id="rId2" Type="http://schemas.openxmlformats.org/officeDocument/2006/relationships/slide" Target="../slides/slide57.xml"/><Relationship Id="rId1" Type="http://schemas.openxmlformats.org/officeDocument/2006/relationships/notesMaster" Target="../notesMasters/notesMaster1.xml"/><Relationship Id="rId6" Type="http://schemas.openxmlformats.org/officeDocument/2006/relationships/hyperlink" Target="https://wiki.loginom.ru/articles/fact.html" TargetMode="External"/><Relationship Id="rId5" Type="http://schemas.openxmlformats.org/officeDocument/2006/relationships/hyperlink" Target="https://wiki.loginom.ru/articles/dimension.html" TargetMode="External"/><Relationship Id="rId4" Type="http://schemas.openxmlformats.org/officeDocument/2006/relationships/hyperlink" Target="https://wiki.loginom.ru/articles/online-analytical-processing.html"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1</a:t>
            </a:fld>
            <a:endParaRPr lang="ru-RU"/>
          </a:p>
        </p:txBody>
      </p:sp>
    </p:spTree>
    <p:extLst>
      <p:ext uri="{BB962C8B-B14F-4D97-AF65-F5344CB8AC3E}">
        <p14:creationId xmlns:p14="http://schemas.microsoft.com/office/powerpoint/2010/main" val="396657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2</a:t>
            </a:fld>
            <a:endParaRPr lang="ru-RU"/>
          </a:p>
        </p:txBody>
      </p:sp>
    </p:spTree>
    <p:extLst>
      <p:ext uri="{BB962C8B-B14F-4D97-AF65-F5344CB8AC3E}">
        <p14:creationId xmlns:p14="http://schemas.microsoft.com/office/powerpoint/2010/main" val="221173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ru-RU" b="0" i="0" dirty="0">
                <a:effectLst/>
                <a:latin typeface="YS Text"/>
              </a:rPr>
              <a:t>Распределение </a:t>
            </a:r>
            <a:r>
              <a:rPr lang="ru-RU" b="0" i="0" dirty="0" err="1">
                <a:effectLst/>
                <a:latin typeface="YS Text"/>
              </a:rPr>
              <a:t>Вейбулла</a:t>
            </a:r>
            <a:r>
              <a:rPr lang="ru-RU" b="0" i="0" dirty="0">
                <a:effectLst/>
                <a:latin typeface="YS Text"/>
              </a:rPr>
              <a:t> используют для моделирования данных из распределений с возрастающей, убывающей и постоянной интенсивностью отказов.</a:t>
            </a:r>
          </a:p>
          <a:p>
            <a:pPr algn="l"/>
            <a:r>
              <a:rPr lang="ru-RU" b="0" i="0" dirty="0">
                <a:effectLst/>
                <a:latin typeface="YS Text"/>
              </a:rPr>
              <a:t>Оно может быть применено к широкому спектру данных, таких как:</a:t>
            </a:r>
          </a:p>
          <a:p>
            <a:pPr algn="l">
              <a:buFont typeface="Arial" panose="020B0604020202020204" pitchFamily="34" charset="0"/>
              <a:buChar char="•"/>
            </a:pPr>
            <a:r>
              <a:rPr lang="ru-RU" b="0" i="0" dirty="0">
                <a:effectLst/>
                <a:latin typeface="YS Text"/>
              </a:rPr>
              <a:t>наработка до отказа,</a:t>
            </a:r>
          </a:p>
          <a:p>
            <a:pPr algn="l">
              <a:buFont typeface="Arial" panose="020B0604020202020204" pitchFamily="34" charset="0"/>
              <a:buChar char="•"/>
            </a:pPr>
            <a:r>
              <a:rPr lang="ru-RU" b="0" i="0" dirty="0">
                <a:effectLst/>
                <a:latin typeface="YS Text"/>
              </a:rPr>
              <a:t>количество циклов до отказа,</a:t>
            </a:r>
          </a:p>
          <a:p>
            <a:pPr algn="l">
              <a:buFont typeface="Arial" panose="020B0604020202020204" pitchFamily="34" charset="0"/>
              <a:buChar char="•"/>
            </a:pPr>
            <a:r>
              <a:rPr lang="ru-RU" b="0" i="0" dirty="0">
                <a:effectLst/>
                <a:latin typeface="YS Text"/>
              </a:rPr>
              <a:t>пробег до отказа,</a:t>
            </a:r>
          </a:p>
          <a:p>
            <a:pPr algn="l">
              <a:buFont typeface="Arial" panose="020B0604020202020204" pitchFamily="34" charset="0"/>
              <a:buChar char="•"/>
            </a:pPr>
            <a:r>
              <a:rPr lang="ru-RU" b="0" i="0" dirty="0">
                <a:effectLst/>
                <a:latin typeface="YS Text"/>
              </a:rPr>
              <a:t>механическое напряжение и т.п.</a:t>
            </a:r>
          </a:p>
          <a:p>
            <a:pPr algn="l"/>
            <a:r>
              <a:rPr lang="ru-RU" b="0" i="0" dirty="0">
                <a:effectLst/>
                <a:latin typeface="YS Text"/>
              </a:rPr>
              <a:t>Распределение ресурса может быть смоделировано даже в том случае, когда не все объекты отказали.</a:t>
            </a:r>
          </a:p>
          <a:p>
            <a:r>
              <a:rPr lang="en-US" dirty="0"/>
              <a:t>b &gt; 1  </a:t>
            </a:r>
            <a:r>
              <a:rPr lang="ru-RU" dirty="0"/>
              <a:t>график имеет скошенный вид с максимумом функции</a:t>
            </a:r>
          </a:p>
          <a:p>
            <a:r>
              <a:rPr lang="en-US" dirty="0"/>
              <a:t>b = 1 </a:t>
            </a:r>
            <a:r>
              <a:rPr lang="ru-RU" dirty="0"/>
              <a:t>закон </a:t>
            </a:r>
            <a:r>
              <a:rPr lang="ru-RU" dirty="0" err="1"/>
              <a:t>Вейбулла</a:t>
            </a:r>
            <a:r>
              <a:rPr lang="ru-RU" dirty="0"/>
              <a:t> полностью совпадает с экспоненциальным законом</a:t>
            </a:r>
          </a:p>
          <a:p>
            <a:r>
              <a:rPr lang="en-US" dirty="0"/>
              <a:t>b &lt; 1 – </a:t>
            </a:r>
            <a:r>
              <a:rPr lang="ru-RU" dirty="0"/>
              <a:t>резко спадающая кривая</a:t>
            </a:r>
            <a:endParaRPr lang="en-US" dirty="0"/>
          </a:p>
          <a:p>
            <a:endParaRPr lang="en-US" dirty="0"/>
          </a:p>
          <a:p>
            <a:endParaRPr lang="en-US" dirty="0"/>
          </a:p>
          <a:p>
            <a:pPr algn="l"/>
            <a:r>
              <a:rPr lang="ru-RU" b="1" i="0" dirty="0" err="1">
                <a:solidFill>
                  <a:srgbClr val="202122"/>
                </a:solidFill>
                <a:effectLst/>
                <a:latin typeface="Arial" panose="020B0604020202020204" pitchFamily="34" charset="0"/>
              </a:rPr>
              <a:t>Распределе́ние</a:t>
            </a:r>
            <a:r>
              <a:rPr lang="ru-RU" b="1" i="0" dirty="0">
                <a:solidFill>
                  <a:srgbClr val="202122"/>
                </a:solidFill>
                <a:effectLst/>
                <a:latin typeface="Arial" panose="020B0604020202020204" pitchFamily="34" charset="0"/>
              </a:rPr>
              <a:t> </a:t>
            </a:r>
            <a:r>
              <a:rPr lang="ru-RU" b="1" i="0" dirty="0" err="1">
                <a:solidFill>
                  <a:srgbClr val="202122"/>
                </a:solidFill>
                <a:effectLst/>
                <a:latin typeface="Arial" panose="020B0604020202020204" pitchFamily="34" charset="0"/>
              </a:rPr>
              <a:t>Пуассо́на</a:t>
            </a:r>
            <a:r>
              <a:rPr lang="ru-RU" b="0" i="0" dirty="0">
                <a:solidFill>
                  <a:srgbClr val="202122"/>
                </a:solidFill>
                <a:effectLst/>
                <a:latin typeface="Arial" panose="020B0604020202020204" pitchFamily="34" charset="0"/>
              </a:rPr>
              <a:t> — </a:t>
            </a:r>
            <a:r>
              <a:rPr lang="ru-RU" b="0" i="0" u="none" strike="noStrike" dirty="0">
                <a:solidFill>
                  <a:srgbClr val="0645AD"/>
                </a:solidFill>
                <a:effectLst/>
                <a:latin typeface="Arial" panose="020B0604020202020204" pitchFamily="34" charset="0"/>
                <a:hlinkClick r:id="rId3" tooltip="Дискретное распределение"/>
              </a:rPr>
              <a:t>распределение дискретного типа</a:t>
            </a:r>
            <a:r>
              <a:rPr lang="ru-RU" b="0" i="0" dirty="0">
                <a:solidFill>
                  <a:srgbClr val="202122"/>
                </a:solidFill>
                <a:effectLst/>
                <a:latin typeface="Arial" panose="020B0604020202020204" pitchFamily="34" charset="0"/>
              </a:rPr>
              <a:t> </a:t>
            </a:r>
            <a:r>
              <a:rPr lang="ru-RU" b="0" i="0" u="none" strike="noStrike" dirty="0">
                <a:solidFill>
                  <a:srgbClr val="0645AD"/>
                </a:solidFill>
                <a:effectLst/>
                <a:latin typeface="Arial" panose="020B0604020202020204" pitchFamily="34" charset="0"/>
                <a:hlinkClick r:id="rId4" tooltip="Случайная величина"/>
              </a:rPr>
              <a:t>случайной величины</a:t>
            </a:r>
            <a:r>
              <a:rPr lang="ru-RU" b="0" i="0" dirty="0">
                <a:solidFill>
                  <a:srgbClr val="202122"/>
                </a:solidFill>
                <a:effectLst/>
                <a:latin typeface="Arial" panose="020B0604020202020204" pitchFamily="34" charset="0"/>
              </a:rPr>
              <a:t>, представляющей собой число </a:t>
            </a:r>
            <a:r>
              <a:rPr lang="ru-RU" b="0" i="0" u="none" strike="noStrike" dirty="0">
                <a:solidFill>
                  <a:srgbClr val="0645AD"/>
                </a:solidFill>
                <a:effectLst/>
                <a:latin typeface="Arial" panose="020B0604020202020204" pitchFamily="34" charset="0"/>
                <a:hlinkClick r:id="rId5" tooltip="Случайное событие"/>
              </a:rPr>
              <a:t>событий</a:t>
            </a:r>
            <a:r>
              <a:rPr lang="ru-RU" b="0" i="0" dirty="0">
                <a:solidFill>
                  <a:srgbClr val="202122"/>
                </a:solidFill>
                <a:effectLst/>
                <a:latin typeface="Arial" panose="020B0604020202020204" pitchFamily="34" charset="0"/>
              </a:rPr>
              <a:t>, произошедших за фиксированное время, при условии, что данные события происходят с некоторой фиксированной средней интенсивностью и </a:t>
            </a:r>
            <a:r>
              <a:rPr lang="ru-RU" b="0" i="0" u="none" strike="noStrike" dirty="0">
                <a:solidFill>
                  <a:srgbClr val="0645AD"/>
                </a:solidFill>
                <a:effectLst/>
                <a:latin typeface="Arial" panose="020B0604020202020204" pitchFamily="34" charset="0"/>
                <a:hlinkClick r:id="rId6" tooltip="Независимость (теория вероятностей)"/>
              </a:rPr>
              <a:t>независимо</a:t>
            </a:r>
            <a:r>
              <a:rPr lang="ru-RU" b="0" i="0" dirty="0">
                <a:solidFill>
                  <a:srgbClr val="202122"/>
                </a:solidFill>
                <a:effectLst/>
                <a:latin typeface="Arial" panose="020B0604020202020204" pitchFamily="34" charset="0"/>
              </a:rPr>
              <a:t> друг от друга.</a:t>
            </a:r>
          </a:p>
          <a:p>
            <a:pPr algn="l"/>
            <a:r>
              <a:rPr lang="ru-RU" b="0" i="0" dirty="0">
                <a:solidFill>
                  <a:srgbClr val="202122"/>
                </a:solidFill>
                <a:effectLst/>
                <a:latin typeface="Arial" panose="020B0604020202020204" pitchFamily="34" charset="0"/>
              </a:rPr>
              <a:t>Распределение Пуассона играет ключевую роль в </a:t>
            </a:r>
            <a:r>
              <a:rPr lang="ru-RU" b="0" i="0" u="none" strike="noStrike" dirty="0">
                <a:solidFill>
                  <a:srgbClr val="0645AD"/>
                </a:solidFill>
                <a:effectLst/>
                <a:latin typeface="Arial" panose="020B0604020202020204" pitchFamily="34" charset="0"/>
                <a:hlinkClick r:id="rId7" tooltip="Теория массового обслуживания"/>
              </a:rPr>
              <a:t>теории массового обслуживания</a:t>
            </a:r>
            <a:r>
              <a:rPr lang="ru-RU" b="0" i="0" dirty="0">
                <a:solidFill>
                  <a:srgbClr val="202122"/>
                </a:solidFill>
                <a:effectLst/>
                <a:latin typeface="Arial" panose="020B0604020202020204" pitchFamily="34" charset="0"/>
              </a:rPr>
              <a:t>.</a:t>
            </a:r>
          </a:p>
          <a:p>
            <a:endParaRPr lang="en-US" dirty="0"/>
          </a:p>
          <a:p>
            <a:endParaRPr lang="en-US" dirty="0"/>
          </a:p>
          <a:p>
            <a:endParaRPr lang="en-US" dirty="0"/>
          </a:p>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10</a:t>
            </a:fld>
            <a:endParaRPr lang="ru-RU"/>
          </a:p>
        </p:txBody>
      </p:sp>
    </p:spTree>
    <p:extLst>
      <p:ext uri="{BB962C8B-B14F-4D97-AF65-F5344CB8AC3E}">
        <p14:creationId xmlns:p14="http://schemas.microsoft.com/office/powerpoint/2010/main" val="578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24</a:t>
            </a:fld>
            <a:endParaRPr lang="ru-RU"/>
          </a:p>
        </p:txBody>
      </p:sp>
    </p:spTree>
    <p:extLst>
      <p:ext uri="{BB962C8B-B14F-4D97-AF65-F5344CB8AC3E}">
        <p14:creationId xmlns:p14="http://schemas.microsoft.com/office/powerpoint/2010/main" val="3051568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pPr algn="l"/>
                <a:r>
                  <a:rPr lang="ru-RU" b="0" i="0" dirty="0">
                    <a:solidFill>
                      <a:srgbClr val="202122"/>
                    </a:solidFill>
                    <a:effectLst/>
                    <a:latin typeface="Arial" panose="020B0604020202020204" pitchFamily="34" charset="0"/>
                  </a:rPr>
                  <a:t>В </a:t>
                </a:r>
                <a:r>
                  <a:rPr lang="ru-RU" b="0" i="0" u="none" strike="noStrike" dirty="0">
                    <a:solidFill>
                      <a:srgbClr val="202122"/>
                    </a:solidFill>
                    <a:effectLst/>
                    <a:latin typeface="Arial" panose="020B0604020202020204" pitchFamily="34" charset="0"/>
                    <a:hlinkClick r:id="rId3" tooltip="Статистика"/>
                  </a:rPr>
                  <a:t>статистике</a:t>
                </a:r>
                <a:r>
                  <a:rPr lang="ru-RU" b="0" i="0" dirty="0">
                    <a:solidFill>
                      <a:srgbClr val="202122"/>
                    </a:solidFill>
                    <a:effectLst/>
                    <a:latin typeface="Arial" panose="020B0604020202020204" pitchFamily="34" charset="0"/>
                  </a:rPr>
                  <a:t> статистика </a:t>
                </a:r>
                <a:r>
                  <a:rPr lang="ru-RU" b="0" i="1" dirty="0">
                    <a:solidFill>
                      <a:srgbClr val="202122"/>
                    </a:solidFill>
                    <a:effectLst/>
                    <a:latin typeface="Arial" panose="020B0604020202020204" pitchFamily="34" charset="0"/>
                  </a:rPr>
                  <a:t>k</a:t>
                </a:r>
                <a:r>
                  <a:rPr lang="ru-RU" b="0" i="0" dirty="0">
                    <a:solidFill>
                      <a:srgbClr val="202122"/>
                    </a:solidFill>
                    <a:effectLst/>
                    <a:latin typeface="Arial" panose="020B0604020202020204" pitchFamily="34" charset="0"/>
                  </a:rPr>
                  <a:t>-го </a:t>
                </a:r>
                <a:r>
                  <a:rPr lang="ru-RU" b="1" i="0" dirty="0">
                    <a:solidFill>
                      <a:srgbClr val="202122"/>
                    </a:solidFill>
                    <a:effectLst/>
                    <a:latin typeface="Arial" panose="020B0604020202020204" pitchFamily="34" charset="0"/>
                  </a:rPr>
                  <a:t>порядка</a:t>
                </a:r>
                <a:r>
                  <a:rPr lang="ru-RU" b="0" i="0" dirty="0">
                    <a:solidFill>
                      <a:srgbClr val="202122"/>
                    </a:solidFill>
                    <a:effectLst/>
                    <a:latin typeface="Arial" panose="020B0604020202020204" pitchFamily="34" charset="0"/>
                  </a:rPr>
                  <a:t> </a:t>
                </a:r>
                <a:r>
                  <a:rPr lang="ru-RU" b="0" i="0" u="none" strike="noStrike" dirty="0">
                    <a:solidFill>
                      <a:srgbClr val="202122"/>
                    </a:solidFill>
                    <a:effectLst/>
                    <a:latin typeface="Arial" panose="020B0604020202020204" pitchFamily="34" charset="0"/>
                    <a:hlinkClick r:id="rId4" tooltip="Статистическая выборка"/>
                  </a:rPr>
                  <a:t>статистической выборки</a:t>
                </a:r>
                <a:r>
                  <a:rPr lang="ru-RU" b="0" i="0" dirty="0">
                    <a:solidFill>
                      <a:srgbClr val="202122"/>
                    </a:solidFill>
                    <a:effectLst/>
                    <a:latin typeface="Arial" panose="020B0604020202020204" pitchFamily="34" charset="0"/>
                  </a:rPr>
                  <a:t> равна ее </a:t>
                </a:r>
                <a:r>
                  <a:rPr lang="ru-RU" b="0" i="1" dirty="0">
                    <a:solidFill>
                      <a:srgbClr val="202122"/>
                    </a:solidFill>
                    <a:effectLst/>
                    <a:latin typeface="Arial" panose="020B0604020202020204" pitchFamily="34" charset="0"/>
                  </a:rPr>
                  <a:t>k</a:t>
                </a:r>
                <a:r>
                  <a:rPr lang="ru-RU" b="0" i="0" dirty="0">
                    <a:solidFill>
                      <a:srgbClr val="202122"/>
                    </a:solidFill>
                    <a:effectLst/>
                    <a:latin typeface="Arial" panose="020B0604020202020204" pitchFamily="34" charset="0"/>
                  </a:rPr>
                  <a:t>-</a:t>
                </a:r>
                <a:r>
                  <a:rPr lang="ru-RU" b="0" i="0" dirty="0" err="1">
                    <a:solidFill>
                      <a:srgbClr val="202122"/>
                    </a:solidFill>
                    <a:effectLst/>
                    <a:latin typeface="Arial" panose="020B0604020202020204" pitchFamily="34" charset="0"/>
                  </a:rPr>
                  <a:t>му</a:t>
                </a:r>
                <a:r>
                  <a:rPr lang="ru-RU" b="0" i="0" dirty="0">
                    <a:solidFill>
                      <a:srgbClr val="202122"/>
                    </a:solidFill>
                    <a:effectLst/>
                    <a:latin typeface="Arial" panose="020B0604020202020204" pitchFamily="34" charset="0"/>
                  </a:rPr>
                  <a:t> наименьшему значению</a:t>
                </a:r>
              </a:p>
              <a:p>
                <a:pPr algn="l"/>
                <a:endParaRPr lang="ru-RU" b="0" i="0" dirty="0">
                  <a:solidFill>
                    <a:srgbClr val="202122"/>
                  </a:solidFill>
                  <a:effectLst/>
                  <a:latin typeface="Arial" panose="020B0604020202020204" pitchFamily="34" charset="0"/>
                </a:endParaRPr>
              </a:p>
              <a:p>
                <a:pPr algn="l"/>
                <a:r>
                  <a:rPr lang="ru-RU" b="0" i="0" dirty="0">
                    <a:solidFill>
                      <a:srgbClr val="202122"/>
                    </a:solidFill>
                    <a:effectLst/>
                    <a:latin typeface="Arial" panose="020B0604020202020204" pitchFamily="34" charset="0"/>
                  </a:rPr>
                  <a:t>Важными частными случаями порядковых статистик являются </a:t>
                </a:r>
                <a:r>
                  <a:rPr lang="ru-RU" b="0" i="0" u="none" strike="noStrike" dirty="0">
                    <a:solidFill>
                      <a:srgbClr val="202122"/>
                    </a:solidFill>
                    <a:effectLst/>
                    <a:latin typeface="Arial" panose="020B0604020202020204" pitchFamily="34" charset="0"/>
                    <a:hlinkClick r:id="rId5" tooltip="Минимум"/>
                  </a:rPr>
                  <a:t>минимальное</a:t>
                </a:r>
                <a:r>
                  <a:rPr lang="ru-RU" b="0" i="0" dirty="0">
                    <a:solidFill>
                      <a:srgbClr val="202122"/>
                    </a:solidFill>
                    <a:effectLst/>
                    <a:latin typeface="Arial" panose="020B0604020202020204" pitchFamily="34" charset="0"/>
                  </a:rPr>
                  <a:t> и </a:t>
                </a:r>
                <a:r>
                  <a:rPr lang="ru-RU" b="0" i="0" u="none" strike="noStrike" dirty="0">
                    <a:solidFill>
                      <a:srgbClr val="202122"/>
                    </a:solidFill>
                    <a:effectLst/>
                    <a:latin typeface="Arial" panose="020B0604020202020204" pitchFamily="34" charset="0"/>
                    <a:hlinkClick r:id="rId6" tooltip="Максимальное"/>
                  </a:rPr>
                  <a:t>максимальное</a:t>
                </a:r>
                <a:r>
                  <a:rPr lang="ru-RU" b="0" i="0" dirty="0">
                    <a:solidFill>
                      <a:srgbClr val="202122"/>
                    </a:solidFill>
                    <a:effectLst/>
                    <a:latin typeface="Arial" panose="020B0604020202020204" pitchFamily="34" charset="0"/>
                  </a:rPr>
                  <a:t> значение выборки и (с некоторыми оговорками, обсуждаемыми ниже) </a:t>
                </a:r>
                <a:r>
                  <a:rPr lang="ru-RU" b="0" i="0" u="none" strike="noStrike" dirty="0">
                    <a:solidFill>
                      <a:srgbClr val="202122"/>
                    </a:solidFill>
                    <a:effectLst/>
                    <a:latin typeface="Arial" panose="020B0604020202020204" pitchFamily="34" charset="0"/>
                    <a:hlinkClick r:id="rId7" tooltip="Медиана выборки"/>
                  </a:rPr>
                  <a:t>медиана выборки</a:t>
                </a:r>
                <a:r>
                  <a:rPr lang="ru-RU" b="0" i="0" dirty="0">
                    <a:solidFill>
                      <a:srgbClr val="202122"/>
                    </a:solidFill>
                    <a:effectLst/>
                    <a:latin typeface="Arial" panose="020B0604020202020204" pitchFamily="34" charset="0"/>
                  </a:rPr>
                  <a:t> и другие </a:t>
                </a:r>
                <a:r>
                  <a:rPr lang="ru-RU" b="0" i="0" u="none" strike="noStrike" dirty="0">
                    <a:solidFill>
                      <a:srgbClr val="202122"/>
                    </a:solidFill>
                    <a:effectLst/>
                    <a:latin typeface="Arial" panose="020B0604020202020204" pitchFamily="34" charset="0"/>
                    <a:hlinkClick r:id="rId8" tooltip="Квантиль"/>
                  </a:rPr>
                  <a:t>квантили выборки</a:t>
                </a:r>
                <a:r>
                  <a:rPr lang="ru-RU" b="0" i="0" dirty="0">
                    <a:solidFill>
                      <a:srgbClr val="202122"/>
                    </a:solidFill>
                    <a:effectLst/>
                    <a:latin typeface="Arial" panose="020B0604020202020204" pitchFamily="34" charset="0"/>
                  </a:rPr>
                  <a:t>.</a:t>
                </a:r>
              </a:p>
              <a:p>
                <a:pPr algn="l"/>
                <a:endParaRPr lang="ru-RU" b="0" i="0" dirty="0">
                  <a:solidFill>
                    <a:srgbClr val="202122"/>
                  </a:solidFill>
                  <a:effectLst/>
                  <a:latin typeface="Arial" panose="020B0604020202020204" pitchFamily="34" charset="0"/>
                </a:endParaRPr>
              </a:p>
              <a:p>
                <a:pPr algn="l"/>
                <a:r>
                  <a:rPr lang="ru-RU" b="0" i="0" dirty="0">
                    <a:solidFill>
                      <a:srgbClr val="202122"/>
                    </a:solidFill>
                    <a:effectLst/>
                    <a:latin typeface="Arial" panose="020B0604020202020204" pitchFamily="34" charset="0"/>
                  </a:rPr>
                  <a:t>При использовании </a:t>
                </a:r>
                <a:r>
                  <a:rPr lang="ru-RU" b="0" i="0" u="none" strike="noStrike" dirty="0">
                    <a:solidFill>
                      <a:srgbClr val="202122"/>
                    </a:solidFill>
                    <a:effectLst/>
                    <a:latin typeface="Arial" panose="020B0604020202020204" pitchFamily="34" charset="0"/>
                    <a:hlinkClick r:id="rId9" tooltip="Теория вероятностей"/>
                  </a:rPr>
                  <a:t>теории вероятностей</a:t>
                </a:r>
                <a:r>
                  <a:rPr lang="ru-RU" b="0" i="0" dirty="0">
                    <a:solidFill>
                      <a:srgbClr val="202122"/>
                    </a:solidFill>
                    <a:effectLst/>
                    <a:latin typeface="Arial" panose="020B0604020202020204" pitchFamily="34" charset="0"/>
                  </a:rPr>
                  <a:t> для анализа статистики порядка </a:t>
                </a:r>
                <a:r>
                  <a:rPr lang="ru-RU" b="0" i="0" u="none" strike="noStrike" dirty="0">
                    <a:solidFill>
                      <a:srgbClr val="202122"/>
                    </a:solidFill>
                    <a:effectLst/>
                    <a:latin typeface="Arial" panose="020B0604020202020204" pitchFamily="34" charset="0"/>
                    <a:hlinkClick r:id="rId10" tooltip="Случайная выборка"/>
                  </a:rPr>
                  <a:t>случайных выборок</a:t>
                </a:r>
                <a:r>
                  <a:rPr lang="ru-RU" b="0" i="0" dirty="0">
                    <a:solidFill>
                      <a:srgbClr val="202122"/>
                    </a:solidFill>
                    <a:effectLst/>
                    <a:latin typeface="Arial" panose="020B0604020202020204" pitchFamily="34" charset="0"/>
                  </a:rPr>
                  <a:t> из </a:t>
                </a:r>
                <a:r>
                  <a:rPr lang="ru-RU" b="0" i="0" u="none" strike="noStrike" dirty="0">
                    <a:solidFill>
                      <a:srgbClr val="202122"/>
                    </a:solidFill>
                    <a:effectLst/>
                    <a:latin typeface="Arial" panose="020B0604020202020204" pitchFamily="34" charset="0"/>
                    <a:hlinkClick r:id="rId11" tooltip="Непрерывное распределение вероятностей"/>
                  </a:rPr>
                  <a:t>непрерывного распределения</a:t>
                </a:r>
                <a:r>
                  <a:rPr lang="ru-RU" b="0" i="0" dirty="0">
                    <a:solidFill>
                      <a:srgbClr val="202122"/>
                    </a:solidFill>
                    <a:effectLst/>
                    <a:latin typeface="Arial" panose="020B0604020202020204" pitchFamily="34" charset="0"/>
                  </a:rPr>
                  <a:t>, </a:t>
                </a:r>
                <a:r>
                  <a:rPr lang="ru-RU" b="0" i="0" u="none" strike="noStrike" dirty="0">
                    <a:solidFill>
                      <a:srgbClr val="202122"/>
                    </a:solidFill>
                    <a:effectLst/>
                    <a:latin typeface="Arial" panose="020B0604020202020204" pitchFamily="34" charset="0"/>
                    <a:hlinkClick r:id="rId12" tooltip="Функция кумулятивного распределения"/>
                  </a:rPr>
                  <a:t>кумулятивная функция распределения</a:t>
                </a:r>
                <a:r>
                  <a:rPr lang="ru-RU" b="0" i="0" dirty="0">
                    <a:solidFill>
                      <a:srgbClr val="202122"/>
                    </a:solidFill>
                    <a:effectLst/>
                    <a:latin typeface="Arial" panose="020B0604020202020204" pitchFamily="34" charset="0"/>
                  </a:rPr>
                  <a:t> используется для сведения анализа к случаю статистики порядка </a:t>
                </a:r>
                <a:r>
                  <a:rPr lang="ru-RU" b="0" i="0" u="none" strike="noStrike" dirty="0">
                    <a:solidFill>
                      <a:srgbClr val="202122"/>
                    </a:solidFill>
                    <a:effectLst/>
                    <a:latin typeface="Arial" panose="020B0604020202020204" pitchFamily="34" charset="0"/>
                    <a:hlinkClick r:id="rId13" tooltip="Равномерное распределение (непрерывное)"/>
                  </a:rPr>
                  <a:t>равномерного распределения</a:t>
                </a:r>
                <a:r>
                  <a:rPr lang="ru-RU" b="0" i="0" dirty="0">
                    <a:solidFill>
                      <a:srgbClr val="202122"/>
                    </a:solidFill>
                    <a:effectLst/>
                    <a:latin typeface="Arial" panose="020B0604020202020204" pitchFamily="34" charset="0"/>
                  </a:rPr>
                  <a:t>.</a:t>
                </a:r>
              </a:p>
              <a:p>
                <a:endParaRPr lang="ru-RU"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b>
                      </m:sSub>
                      <m:r>
                        <a:rPr lang="en-US" b="0" i="1" smtClean="0">
                          <a:latin typeface="Cambria Math" panose="02040503050406030204" pitchFamily="18" charset="0"/>
                        </a:rPr>
                        <m:t>=</m:t>
                      </m:r>
                      <m:r>
                        <m:rPr>
                          <m:sty m:val="p"/>
                        </m:rPr>
                        <a:rPr lang="en-US" b="0" i="0" smtClean="0">
                          <a:latin typeface="Cambria Math" panose="02040503050406030204" pitchFamily="18" charset="0"/>
                        </a:rPr>
                        <m:t>min</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oMath>
                  </m:oMathPara>
                </a14:m>
                <a:endParaRPr lang="ru-RU"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sub>
                      </m:sSub>
                      <m:r>
                        <a:rPr lang="en-US" b="0" i="1" smtClean="0">
                          <a:latin typeface="Cambria Math" panose="02040503050406030204" pitchFamily="18" charset="0"/>
                        </a:rPr>
                        <m:t>=</m:t>
                      </m:r>
                      <m:r>
                        <m:rPr>
                          <m:sty m:val="p"/>
                        </m:rPr>
                        <a:rPr lang="en-US" b="0" i="0" smtClean="0">
                          <a:latin typeface="Cambria Math" panose="02040503050406030204" pitchFamily="18" charset="0"/>
                        </a:rPr>
                        <m:t>max</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m:oMathPara>
                </a14:m>
                <a:endParaRPr lang="ru-RU" dirty="0"/>
              </a:p>
            </p:txBody>
          </p:sp>
        </mc:Choice>
        <mc:Fallback xmlns="">
          <p:sp>
            <p:nvSpPr>
              <p:cNvPr id="3" name="Заметки 2"/>
              <p:cNvSpPr>
                <a:spLocks noGrp="1"/>
              </p:cNvSpPr>
              <p:nvPr>
                <p:ph type="body" idx="1"/>
              </p:nvPr>
            </p:nvSpPr>
            <p:spPr/>
            <p:txBody>
              <a:bodyPr/>
              <a:lstStyle/>
              <a:p>
                <a:pPr algn="l"/>
                <a:r>
                  <a:rPr lang="ru-RU" b="0" i="0" dirty="0">
                    <a:solidFill>
                      <a:srgbClr val="202122"/>
                    </a:solidFill>
                    <a:effectLst/>
                    <a:latin typeface="Arial" panose="020B0604020202020204" pitchFamily="34" charset="0"/>
                  </a:rPr>
                  <a:t>В </a:t>
                </a:r>
                <a:r>
                  <a:rPr lang="ru-RU" b="0" i="0" u="none" strike="noStrike" dirty="0">
                    <a:solidFill>
                      <a:srgbClr val="202122"/>
                    </a:solidFill>
                    <a:effectLst/>
                    <a:latin typeface="Arial" panose="020B0604020202020204" pitchFamily="34" charset="0"/>
                    <a:hlinkClick r:id="rId14" tooltip="Статистика"/>
                  </a:rPr>
                  <a:t>статистике</a:t>
                </a:r>
                <a:r>
                  <a:rPr lang="ru-RU" b="0" i="0" dirty="0">
                    <a:solidFill>
                      <a:srgbClr val="202122"/>
                    </a:solidFill>
                    <a:effectLst/>
                    <a:latin typeface="Arial" panose="020B0604020202020204" pitchFamily="34" charset="0"/>
                  </a:rPr>
                  <a:t> статистика </a:t>
                </a:r>
                <a:r>
                  <a:rPr lang="ru-RU" b="0" i="1" dirty="0">
                    <a:solidFill>
                      <a:srgbClr val="202122"/>
                    </a:solidFill>
                    <a:effectLst/>
                    <a:latin typeface="Arial" panose="020B0604020202020204" pitchFamily="34" charset="0"/>
                  </a:rPr>
                  <a:t>k</a:t>
                </a:r>
                <a:r>
                  <a:rPr lang="ru-RU" b="0" i="0" dirty="0">
                    <a:solidFill>
                      <a:srgbClr val="202122"/>
                    </a:solidFill>
                    <a:effectLst/>
                    <a:latin typeface="Arial" panose="020B0604020202020204" pitchFamily="34" charset="0"/>
                  </a:rPr>
                  <a:t>-го </a:t>
                </a:r>
                <a:r>
                  <a:rPr lang="ru-RU" b="1" i="0" dirty="0">
                    <a:solidFill>
                      <a:srgbClr val="202122"/>
                    </a:solidFill>
                    <a:effectLst/>
                    <a:latin typeface="Arial" panose="020B0604020202020204" pitchFamily="34" charset="0"/>
                  </a:rPr>
                  <a:t>порядка</a:t>
                </a:r>
                <a:r>
                  <a:rPr lang="ru-RU" b="0" i="0" dirty="0">
                    <a:solidFill>
                      <a:srgbClr val="202122"/>
                    </a:solidFill>
                    <a:effectLst/>
                    <a:latin typeface="Arial" panose="020B0604020202020204" pitchFamily="34" charset="0"/>
                  </a:rPr>
                  <a:t> </a:t>
                </a:r>
                <a:r>
                  <a:rPr lang="ru-RU" b="0" i="0" u="none" strike="noStrike" dirty="0">
                    <a:solidFill>
                      <a:srgbClr val="202122"/>
                    </a:solidFill>
                    <a:effectLst/>
                    <a:latin typeface="Arial" panose="020B0604020202020204" pitchFamily="34" charset="0"/>
                    <a:hlinkClick r:id="rId15" tooltip="Статистическая выборка"/>
                  </a:rPr>
                  <a:t>статистической выборки</a:t>
                </a:r>
                <a:r>
                  <a:rPr lang="ru-RU" b="0" i="0" dirty="0">
                    <a:solidFill>
                      <a:srgbClr val="202122"/>
                    </a:solidFill>
                    <a:effectLst/>
                    <a:latin typeface="Arial" panose="020B0604020202020204" pitchFamily="34" charset="0"/>
                  </a:rPr>
                  <a:t> равна ее </a:t>
                </a:r>
                <a:r>
                  <a:rPr lang="ru-RU" b="0" i="1" dirty="0">
                    <a:solidFill>
                      <a:srgbClr val="202122"/>
                    </a:solidFill>
                    <a:effectLst/>
                    <a:latin typeface="Arial" panose="020B0604020202020204" pitchFamily="34" charset="0"/>
                  </a:rPr>
                  <a:t>k</a:t>
                </a:r>
                <a:r>
                  <a:rPr lang="ru-RU" b="0" i="0" dirty="0">
                    <a:solidFill>
                      <a:srgbClr val="202122"/>
                    </a:solidFill>
                    <a:effectLst/>
                    <a:latin typeface="Arial" panose="020B0604020202020204" pitchFamily="34" charset="0"/>
                  </a:rPr>
                  <a:t>-</a:t>
                </a:r>
                <a:r>
                  <a:rPr lang="ru-RU" b="0" i="0" dirty="0" err="1">
                    <a:solidFill>
                      <a:srgbClr val="202122"/>
                    </a:solidFill>
                    <a:effectLst/>
                    <a:latin typeface="Arial" panose="020B0604020202020204" pitchFamily="34" charset="0"/>
                  </a:rPr>
                  <a:t>му</a:t>
                </a:r>
                <a:r>
                  <a:rPr lang="ru-RU" b="0" i="0" dirty="0">
                    <a:solidFill>
                      <a:srgbClr val="202122"/>
                    </a:solidFill>
                    <a:effectLst/>
                    <a:latin typeface="Arial" panose="020B0604020202020204" pitchFamily="34" charset="0"/>
                  </a:rPr>
                  <a:t> наименьшему значению</a:t>
                </a:r>
              </a:p>
              <a:p>
                <a:pPr algn="l"/>
                <a:endParaRPr lang="ru-RU" b="0" i="0" dirty="0">
                  <a:solidFill>
                    <a:srgbClr val="202122"/>
                  </a:solidFill>
                  <a:effectLst/>
                  <a:latin typeface="Arial" panose="020B0604020202020204" pitchFamily="34" charset="0"/>
                </a:endParaRPr>
              </a:p>
              <a:p>
                <a:pPr algn="l"/>
                <a:r>
                  <a:rPr lang="ru-RU" b="0" i="0" dirty="0">
                    <a:solidFill>
                      <a:srgbClr val="202122"/>
                    </a:solidFill>
                    <a:effectLst/>
                    <a:latin typeface="Arial" panose="020B0604020202020204" pitchFamily="34" charset="0"/>
                  </a:rPr>
                  <a:t>Важными частными случаями порядковых статистик являются </a:t>
                </a:r>
                <a:r>
                  <a:rPr lang="ru-RU" b="0" i="0" u="none" strike="noStrike" dirty="0">
                    <a:solidFill>
                      <a:srgbClr val="202122"/>
                    </a:solidFill>
                    <a:effectLst/>
                    <a:latin typeface="Arial" panose="020B0604020202020204" pitchFamily="34" charset="0"/>
                    <a:hlinkClick r:id="rId16" tooltip="Минимум"/>
                  </a:rPr>
                  <a:t>минимальное</a:t>
                </a:r>
                <a:r>
                  <a:rPr lang="ru-RU" b="0" i="0" dirty="0">
                    <a:solidFill>
                      <a:srgbClr val="202122"/>
                    </a:solidFill>
                    <a:effectLst/>
                    <a:latin typeface="Arial" panose="020B0604020202020204" pitchFamily="34" charset="0"/>
                  </a:rPr>
                  <a:t> и </a:t>
                </a:r>
                <a:r>
                  <a:rPr lang="ru-RU" b="0" i="0" u="none" strike="noStrike" dirty="0">
                    <a:solidFill>
                      <a:srgbClr val="202122"/>
                    </a:solidFill>
                    <a:effectLst/>
                    <a:latin typeface="Arial" panose="020B0604020202020204" pitchFamily="34" charset="0"/>
                    <a:hlinkClick r:id="rId17" tooltip="Максимальное"/>
                  </a:rPr>
                  <a:t>максимальное</a:t>
                </a:r>
                <a:r>
                  <a:rPr lang="ru-RU" b="0" i="0" dirty="0">
                    <a:solidFill>
                      <a:srgbClr val="202122"/>
                    </a:solidFill>
                    <a:effectLst/>
                    <a:latin typeface="Arial" panose="020B0604020202020204" pitchFamily="34" charset="0"/>
                  </a:rPr>
                  <a:t> значение выборки и (с некоторыми оговорками, обсуждаемыми ниже) </a:t>
                </a:r>
                <a:r>
                  <a:rPr lang="ru-RU" b="0" i="0" u="none" strike="noStrike" dirty="0">
                    <a:solidFill>
                      <a:srgbClr val="202122"/>
                    </a:solidFill>
                    <a:effectLst/>
                    <a:latin typeface="Arial" panose="020B0604020202020204" pitchFamily="34" charset="0"/>
                    <a:hlinkClick r:id="rId18" tooltip="Медиана выборки"/>
                  </a:rPr>
                  <a:t>медиана выборки</a:t>
                </a:r>
                <a:r>
                  <a:rPr lang="ru-RU" b="0" i="0" dirty="0">
                    <a:solidFill>
                      <a:srgbClr val="202122"/>
                    </a:solidFill>
                    <a:effectLst/>
                    <a:latin typeface="Arial" panose="020B0604020202020204" pitchFamily="34" charset="0"/>
                  </a:rPr>
                  <a:t> и другие </a:t>
                </a:r>
                <a:r>
                  <a:rPr lang="ru-RU" b="0" i="0" u="none" strike="noStrike" dirty="0">
                    <a:solidFill>
                      <a:srgbClr val="202122"/>
                    </a:solidFill>
                    <a:effectLst/>
                    <a:latin typeface="Arial" panose="020B0604020202020204" pitchFamily="34" charset="0"/>
                    <a:hlinkClick r:id="rId19" tooltip="Квантиль"/>
                  </a:rPr>
                  <a:t>квантили выборки</a:t>
                </a:r>
                <a:r>
                  <a:rPr lang="ru-RU" b="0" i="0" dirty="0">
                    <a:solidFill>
                      <a:srgbClr val="202122"/>
                    </a:solidFill>
                    <a:effectLst/>
                    <a:latin typeface="Arial" panose="020B0604020202020204" pitchFamily="34" charset="0"/>
                  </a:rPr>
                  <a:t>.</a:t>
                </a:r>
              </a:p>
              <a:p>
                <a:pPr algn="l"/>
                <a:endParaRPr lang="ru-RU" b="0" i="0" dirty="0">
                  <a:solidFill>
                    <a:srgbClr val="202122"/>
                  </a:solidFill>
                  <a:effectLst/>
                  <a:latin typeface="Arial" panose="020B0604020202020204" pitchFamily="34" charset="0"/>
                </a:endParaRPr>
              </a:p>
              <a:p>
                <a:pPr algn="l"/>
                <a:r>
                  <a:rPr lang="ru-RU" b="0" i="0" dirty="0">
                    <a:solidFill>
                      <a:srgbClr val="202122"/>
                    </a:solidFill>
                    <a:effectLst/>
                    <a:latin typeface="Arial" panose="020B0604020202020204" pitchFamily="34" charset="0"/>
                  </a:rPr>
                  <a:t>При использовании </a:t>
                </a:r>
                <a:r>
                  <a:rPr lang="ru-RU" b="0" i="0" u="none" strike="noStrike" dirty="0">
                    <a:solidFill>
                      <a:srgbClr val="202122"/>
                    </a:solidFill>
                    <a:effectLst/>
                    <a:latin typeface="Arial" panose="020B0604020202020204" pitchFamily="34" charset="0"/>
                    <a:hlinkClick r:id="rId20" tooltip="Теория вероятностей"/>
                  </a:rPr>
                  <a:t>теории вероятностей</a:t>
                </a:r>
                <a:r>
                  <a:rPr lang="ru-RU" b="0" i="0" dirty="0">
                    <a:solidFill>
                      <a:srgbClr val="202122"/>
                    </a:solidFill>
                    <a:effectLst/>
                    <a:latin typeface="Arial" panose="020B0604020202020204" pitchFamily="34" charset="0"/>
                  </a:rPr>
                  <a:t> для анализа статистики порядка </a:t>
                </a:r>
                <a:r>
                  <a:rPr lang="ru-RU" b="0" i="0" u="none" strike="noStrike" dirty="0">
                    <a:solidFill>
                      <a:srgbClr val="202122"/>
                    </a:solidFill>
                    <a:effectLst/>
                    <a:latin typeface="Arial" panose="020B0604020202020204" pitchFamily="34" charset="0"/>
                    <a:hlinkClick r:id="rId21" tooltip="Случайная выборка"/>
                  </a:rPr>
                  <a:t>случайных выборок</a:t>
                </a:r>
                <a:r>
                  <a:rPr lang="ru-RU" b="0" i="0" dirty="0">
                    <a:solidFill>
                      <a:srgbClr val="202122"/>
                    </a:solidFill>
                    <a:effectLst/>
                    <a:latin typeface="Arial" panose="020B0604020202020204" pitchFamily="34" charset="0"/>
                  </a:rPr>
                  <a:t> из </a:t>
                </a:r>
                <a:r>
                  <a:rPr lang="ru-RU" b="0" i="0" u="none" strike="noStrike" dirty="0">
                    <a:solidFill>
                      <a:srgbClr val="202122"/>
                    </a:solidFill>
                    <a:effectLst/>
                    <a:latin typeface="Arial" panose="020B0604020202020204" pitchFamily="34" charset="0"/>
                    <a:hlinkClick r:id="rId22" tooltip="Непрерывное распределение вероятностей"/>
                  </a:rPr>
                  <a:t>непрерывного распределения</a:t>
                </a:r>
                <a:r>
                  <a:rPr lang="ru-RU" b="0" i="0" dirty="0">
                    <a:solidFill>
                      <a:srgbClr val="202122"/>
                    </a:solidFill>
                    <a:effectLst/>
                    <a:latin typeface="Arial" panose="020B0604020202020204" pitchFamily="34" charset="0"/>
                  </a:rPr>
                  <a:t>, </a:t>
                </a:r>
                <a:r>
                  <a:rPr lang="ru-RU" b="0" i="0" u="none" strike="noStrike" dirty="0">
                    <a:solidFill>
                      <a:srgbClr val="202122"/>
                    </a:solidFill>
                    <a:effectLst/>
                    <a:latin typeface="Arial" panose="020B0604020202020204" pitchFamily="34" charset="0"/>
                    <a:hlinkClick r:id="rId23" tooltip="Функция кумулятивного распределения"/>
                  </a:rPr>
                  <a:t>кумулятивная функция распределения</a:t>
                </a:r>
                <a:r>
                  <a:rPr lang="ru-RU" b="0" i="0" dirty="0">
                    <a:solidFill>
                      <a:srgbClr val="202122"/>
                    </a:solidFill>
                    <a:effectLst/>
                    <a:latin typeface="Arial" panose="020B0604020202020204" pitchFamily="34" charset="0"/>
                  </a:rPr>
                  <a:t> используется для сведения анализа к случаю статистики порядка </a:t>
                </a:r>
                <a:r>
                  <a:rPr lang="ru-RU" b="0" i="0" u="none" strike="noStrike" dirty="0">
                    <a:solidFill>
                      <a:srgbClr val="202122"/>
                    </a:solidFill>
                    <a:effectLst/>
                    <a:latin typeface="Arial" panose="020B0604020202020204" pitchFamily="34" charset="0"/>
                    <a:hlinkClick r:id="rId24" tooltip="Равномерное распределение (непрерывное)"/>
                  </a:rPr>
                  <a:t>равномерного распределения</a:t>
                </a:r>
                <a:r>
                  <a:rPr lang="ru-RU" b="0" i="0" dirty="0">
                    <a:solidFill>
                      <a:srgbClr val="202122"/>
                    </a:solidFill>
                    <a:effectLst/>
                    <a:latin typeface="Arial" panose="020B0604020202020204" pitchFamily="34" charset="0"/>
                  </a:rPr>
                  <a:t>.</a:t>
                </a:r>
              </a:p>
              <a:p>
                <a:endParaRPr lang="ru-RU" dirty="0"/>
              </a:p>
              <a:p>
                <a:r>
                  <a:rPr lang="en-US" b="0" i="0">
                    <a:latin typeface="Cambria Math" panose="02040503050406030204" pitchFamily="18" charset="0"/>
                  </a:rPr>
                  <a:t>𝑥_((1) )=min(𝑥_1,𝑥_2,…,𝑥_𝑛 )</a:t>
                </a:r>
                <a:endParaRPr lang="ru-RU" dirty="0"/>
              </a:p>
              <a:p>
                <a:pPr/>
                <a:r>
                  <a:rPr lang="en-US" b="0" i="0">
                    <a:latin typeface="Cambria Math" panose="02040503050406030204" pitchFamily="18" charset="0"/>
                  </a:rPr>
                  <a:t>𝑥_((𝑛) )=max(𝑥_1,𝑥_2,…,𝑥_𝑛)</a:t>
                </a:r>
                <a:endParaRPr lang="ru-RU" dirty="0"/>
              </a:p>
            </p:txBody>
          </p:sp>
        </mc:Fallback>
      </mc:AlternateContent>
      <p:sp>
        <p:nvSpPr>
          <p:cNvPr id="4" name="Номер слайда 3"/>
          <p:cNvSpPr>
            <a:spLocks noGrp="1"/>
          </p:cNvSpPr>
          <p:nvPr>
            <p:ph type="sldNum" sz="quarter" idx="5"/>
          </p:nvPr>
        </p:nvSpPr>
        <p:spPr/>
        <p:txBody>
          <a:bodyPr/>
          <a:lstStyle/>
          <a:p>
            <a:fld id="{DF4ECBE7-4487-4615-A10C-5FECAADA1E8C}" type="slidenum">
              <a:rPr lang="ru-RU" smtClean="0"/>
              <a:t>32</a:t>
            </a:fld>
            <a:endParaRPr lang="ru-RU"/>
          </a:p>
        </p:txBody>
      </p:sp>
    </p:spTree>
    <p:extLst>
      <p:ext uri="{BB962C8B-B14F-4D97-AF65-F5344CB8AC3E}">
        <p14:creationId xmlns:p14="http://schemas.microsoft.com/office/powerpoint/2010/main" val="229541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ru-RU" sz="1200" b="0" i="0" dirty="0">
                <a:effectLst/>
              </a:rPr>
              <a:t>Может применяться как в случаях сравнения независимых выборок (например, группы больных сахарным диабетом и группы здоровых), так и при сравнении связанных совокупностей (например, средняя частота пульса у одних и тех же пациентов до и после приема антиаритмического препарата). </a:t>
            </a:r>
            <a:endParaRPr lang="en-US" sz="1200" b="0" i="0" dirty="0">
              <a:effectLst/>
            </a:endParaRPr>
          </a:p>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37</a:t>
            </a:fld>
            <a:endParaRPr lang="ru-RU"/>
          </a:p>
        </p:txBody>
      </p:sp>
    </p:spTree>
    <p:extLst>
      <p:ext uri="{BB962C8B-B14F-4D97-AF65-F5344CB8AC3E}">
        <p14:creationId xmlns:p14="http://schemas.microsoft.com/office/powerpoint/2010/main" val="1303813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ru-RU" sz="1200" b="0" i="0" dirty="0">
                <a:effectLst/>
              </a:rPr>
              <a:t>Может применяться как в случаях сравнения независимых выборок (например, группы больных сахарным диабетом и группы здоровых), так и при сравнении связанных совокупностей (например, средняя частота пульса у одних и тех же пациентов до и после приема антиаритмического препарата). </a:t>
            </a:r>
            <a:endParaRPr lang="en-US" sz="1200" b="0" i="0" dirty="0">
              <a:effectLst/>
            </a:endParaRPr>
          </a:p>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38</a:t>
            </a:fld>
            <a:endParaRPr lang="ru-RU"/>
          </a:p>
        </p:txBody>
      </p:sp>
    </p:spTree>
    <p:extLst>
      <p:ext uri="{BB962C8B-B14F-4D97-AF65-F5344CB8AC3E}">
        <p14:creationId xmlns:p14="http://schemas.microsoft.com/office/powerpoint/2010/main" val="1548408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характер, тип и поведение данных </a:t>
            </a:r>
          </a:p>
          <a:p>
            <a:r>
              <a:rPr lang="ru-RU" dirty="0"/>
              <a:t>динамический диапазон значений </a:t>
            </a:r>
          </a:p>
          <a:p>
            <a:r>
              <a:rPr lang="ru-RU" dirty="0"/>
              <a:t>степень гладкости </a:t>
            </a:r>
          </a:p>
          <a:p>
            <a:r>
              <a:rPr lang="ru-RU" dirty="0"/>
              <a:t>наличие факторов, снижающих качество данных</a:t>
            </a:r>
          </a:p>
          <a:p>
            <a:r>
              <a:rPr lang="ru-RU" dirty="0"/>
              <a:t>соответствие ожиданиям </a:t>
            </a:r>
          </a:p>
          <a:p>
            <a:r>
              <a:rPr lang="ru-RU" dirty="0"/>
              <a:t>степень пригодности к анализу </a:t>
            </a:r>
          </a:p>
          <a:p>
            <a:r>
              <a:rPr lang="ru-RU" dirty="0"/>
              <a:t>гипотезы о закономерностях процессов </a:t>
            </a:r>
          </a:p>
          <a:p>
            <a:r>
              <a:rPr lang="ru-RU" dirty="0"/>
              <a:t>определить виды очистки, предобработки </a:t>
            </a:r>
          </a:p>
          <a:p>
            <a:r>
              <a:rPr lang="ru-RU" dirty="0"/>
              <a:t>метод загрузки данных, параметры</a:t>
            </a:r>
          </a:p>
        </p:txBody>
      </p:sp>
      <p:sp>
        <p:nvSpPr>
          <p:cNvPr id="4" name="Номер слайда 3"/>
          <p:cNvSpPr>
            <a:spLocks noGrp="1"/>
          </p:cNvSpPr>
          <p:nvPr>
            <p:ph type="sldNum" sz="quarter" idx="5"/>
          </p:nvPr>
        </p:nvSpPr>
        <p:spPr/>
        <p:txBody>
          <a:bodyPr/>
          <a:lstStyle/>
          <a:p>
            <a:fld id="{DF4ECBE7-4487-4615-A10C-5FECAADA1E8C}" type="slidenum">
              <a:rPr lang="ru-RU" smtClean="0"/>
              <a:t>44</a:t>
            </a:fld>
            <a:endParaRPr lang="ru-RU"/>
          </a:p>
        </p:txBody>
      </p:sp>
    </p:spTree>
    <p:extLst>
      <p:ext uri="{BB962C8B-B14F-4D97-AF65-F5344CB8AC3E}">
        <p14:creationId xmlns:p14="http://schemas.microsoft.com/office/powerpoint/2010/main" val="2799456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ru-RU" b="0" i="0" dirty="0">
                <a:solidFill>
                  <a:srgbClr val="333333"/>
                </a:solidFill>
                <a:effectLst/>
                <a:latin typeface="Source Sans Pro" panose="020B0503030403020204" pitchFamily="34" charset="0"/>
              </a:rPr>
              <a:t>Гистограмма представляет собой диаграмму (обычно столбиковую), которая используется в статистике для графического представления распределения вероятностей значений случайной величины. По горизонтальной оси гистограммы откладывается диапазон наблюдаемых значений величины, разбитый на определенное число (обычно 10-15) интервалов, а по вертикальной — вероятность или частота ее попадания в каждый интервал. Тогда столбик будет отражать значения этих показателей для интервала, на который он опирается.</a:t>
            </a:r>
          </a:p>
          <a:p>
            <a:pPr algn="l"/>
            <a:endParaRPr lang="ru-RU" b="0" i="0" dirty="0">
              <a:solidFill>
                <a:srgbClr val="333333"/>
              </a:solidFill>
              <a:effectLst/>
              <a:latin typeface="Source Sans Pro" panose="020B0503030403020204" pitchFamily="34" charset="0"/>
            </a:endParaRPr>
          </a:p>
          <a:p>
            <a:pPr algn="l"/>
            <a:r>
              <a:rPr lang="ru-RU" b="0" i="0" dirty="0">
                <a:solidFill>
                  <a:srgbClr val="333333"/>
                </a:solidFill>
                <a:effectLst/>
                <a:latin typeface="Source Sans Pro" panose="020B0503030403020204" pitchFamily="34" charset="0"/>
              </a:rPr>
              <a:t>Чтобы построить гистограмму частот, просто подсчитывают, сколько раз значение случайной величины попало в каждый интервал. Для перехода к вероятностям достаточно разделить количество значений в каждом интервале на общее число наблюдений. Очевидно, что в этом случае сумма всех столбцов гистограммы будет равна 1, как и площадь под кривой закона распределения.</a:t>
            </a:r>
          </a:p>
          <a:p>
            <a:pPr algn="l"/>
            <a:endParaRPr lang="ru-RU" b="0" i="0" dirty="0">
              <a:solidFill>
                <a:srgbClr val="333333"/>
              </a:solidFill>
              <a:effectLst/>
              <a:latin typeface="Source Sans Pro" panose="020B0503030403020204" pitchFamily="34" charset="0"/>
            </a:endParaRPr>
          </a:p>
          <a:p>
            <a:pPr algn="l"/>
            <a:r>
              <a:rPr lang="ru-RU" b="0" i="0" dirty="0">
                <a:solidFill>
                  <a:srgbClr val="333333"/>
                </a:solidFill>
                <a:effectLst/>
                <a:latin typeface="Source Sans Pro" panose="020B0503030403020204" pitchFamily="34" charset="0"/>
              </a:rPr>
              <a:t>Гистограмма частот представлена на следующем рисунке.</a:t>
            </a:r>
          </a:p>
          <a:p>
            <a:pPr algn="l"/>
            <a:endParaRPr lang="ru-RU" b="0" i="0" dirty="0">
              <a:solidFill>
                <a:srgbClr val="333333"/>
              </a:solidFill>
              <a:effectLst/>
              <a:latin typeface="Source Sans Pro" panose="020B0503030403020204" pitchFamily="34" charset="0"/>
            </a:endParaRPr>
          </a:p>
          <a:p>
            <a:pPr algn="l"/>
            <a:r>
              <a:rPr lang="ru-RU" b="0" i="0" dirty="0">
                <a:solidFill>
                  <a:srgbClr val="333333"/>
                </a:solidFill>
                <a:effectLst/>
                <a:latin typeface="Source Sans Pro" panose="020B0503030403020204" pitchFamily="34" charset="0"/>
              </a:rPr>
              <a:t>По форме гистограммы аналитик может в первом приближении оценить, какому статистическому закону распределения подчиняется случайная величина. Например, если все столбцы гистограммы примерно одинаковы, то равномерному, если в виде симметричного «холма», то </a:t>
            </a:r>
            <a:r>
              <a:rPr lang="ru-RU" b="0" i="0" u="none" strike="noStrike" dirty="0">
                <a:solidFill>
                  <a:srgbClr val="E1312F"/>
                </a:solidFill>
                <a:effectLst/>
                <a:latin typeface="Source Sans Pro" panose="020B0503030403020204" pitchFamily="34" charset="0"/>
                <a:hlinkClick r:id="rId3"/>
              </a:rPr>
              <a:t>нормальному</a:t>
            </a:r>
            <a:r>
              <a:rPr lang="ru-RU" b="0" i="0" dirty="0">
                <a:solidFill>
                  <a:srgbClr val="333333"/>
                </a:solidFill>
                <a:effectLst/>
                <a:latin typeface="Source Sans Pro" panose="020B0503030403020204" pitchFamily="34" charset="0"/>
              </a:rPr>
              <a:t>, и т.д.</a:t>
            </a:r>
          </a:p>
          <a:p>
            <a:pPr algn="l"/>
            <a:r>
              <a:rPr lang="ru-RU" b="0" i="0" dirty="0">
                <a:solidFill>
                  <a:srgbClr val="333333"/>
                </a:solidFill>
                <a:effectLst/>
                <a:latin typeface="Source Sans Pro" panose="020B0503030403020204" pitchFamily="34" charset="0"/>
              </a:rPr>
              <a:t>По гистограмме частот на рисунке можно предположить, что случайная величина </a:t>
            </a:r>
            <a:r>
              <a:rPr lang="ru-RU" b="0" i="0" dirty="0">
                <a:solidFill>
                  <a:srgbClr val="333333"/>
                </a:solidFill>
                <a:effectLst/>
                <a:latin typeface="MJXc-TeX-math-I"/>
              </a:rPr>
              <a:t>x</a:t>
            </a:r>
            <a:r>
              <a:rPr lang="ru-RU" b="0" i="0" dirty="0">
                <a:solidFill>
                  <a:srgbClr val="333333"/>
                </a:solidFill>
                <a:effectLst/>
                <a:latin typeface="Source Sans Pro" panose="020B0503030403020204" pitchFamily="34" charset="0"/>
              </a:rPr>
              <a:t> описывается законом, близким к нормальному, и имеет наиболее вероятное значение, лежащее в пределах 80-90. Достаточно вероятными будут значения из интервала 60-100 и очень маловероятными — меньше 30 и больше 120.</a:t>
            </a:r>
          </a:p>
          <a:p>
            <a:pPr algn="l"/>
            <a:r>
              <a:rPr lang="ru-RU" b="0" i="0" dirty="0">
                <a:solidFill>
                  <a:srgbClr val="333333"/>
                </a:solidFill>
                <a:effectLst/>
                <a:latin typeface="Source Sans Pro" panose="020B0503030403020204" pitchFamily="34" charset="0"/>
              </a:rPr>
              <a:t>Так, если </a:t>
            </a:r>
            <a:r>
              <a:rPr lang="ru-RU" b="0" i="0" dirty="0">
                <a:solidFill>
                  <a:srgbClr val="333333"/>
                </a:solidFill>
                <a:effectLst/>
                <a:latin typeface="MJXc-TeX-math-I"/>
              </a:rPr>
              <a:t>x</a:t>
            </a:r>
            <a:r>
              <a:rPr lang="ru-RU" b="0" i="0" dirty="0">
                <a:solidFill>
                  <a:srgbClr val="333333"/>
                </a:solidFill>
                <a:effectLst/>
                <a:latin typeface="Source Sans Pro" panose="020B0503030403020204" pitchFamily="34" charset="0"/>
              </a:rPr>
              <a:t> — сумма кредитов, взятых за месяц, то гистограмму можно интерпретировать следующим образом. За период наблюдений наиболее востребованными являлись кредиты на сумму от 60 до 100 тыс. руб. Кредиты на сумму менее 40 тыс. руб. и более 110 тыс. руб. практически не выдавались. Данная информация может быть использована при разработке маркетинговой стратегии банка.</a:t>
            </a:r>
          </a:p>
          <a:p>
            <a:pPr algn="l"/>
            <a:r>
              <a:rPr lang="ru-RU" b="0" i="0" dirty="0">
                <a:solidFill>
                  <a:srgbClr val="333333"/>
                </a:solidFill>
                <a:effectLst/>
                <a:latin typeface="Source Sans Pro" panose="020B0503030403020204" pitchFamily="34" charset="0"/>
              </a:rPr>
              <a:t>На следующем рисунке представлена гистограмма вероятностей.</a:t>
            </a:r>
          </a:p>
          <a:p>
            <a:pPr algn="l"/>
            <a:endParaRPr lang="ru-RU" b="0" i="0" dirty="0">
              <a:solidFill>
                <a:srgbClr val="333333"/>
              </a:solidFill>
              <a:effectLst/>
              <a:latin typeface="Source Sans Pro" panose="020B0503030403020204" pitchFamily="34" charset="0"/>
            </a:endParaRPr>
          </a:p>
          <a:p>
            <a:pPr algn="l"/>
            <a:endParaRPr lang="ru-RU" b="0" i="0" dirty="0">
              <a:solidFill>
                <a:srgbClr val="333333"/>
              </a:solidFill>
              <a:effectLst/>
              <a:latin typeface="Source Sans Pro" panose="020B0503030403020204" pitchFamily="34" charset="0"/>
            </a:endParaRPr>
          </a:p>
          <a:p>
            <a:pPr algn="l"/>
            <a:endParaRPr lang="ru-RU" b="0" i="0" dirty="0">
              <a:solidFill>
                <a:srgbClr val="333333"/>
              </a:solidFill>
              <a:effectLst/>
              <a:latin typeface="Source Sans Pro" panose="020B0503030403020204" pitchFamily="34" charset="0"/>
            </a:endParaRPr>
          </a:p>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46</a:t>
            </a:fld>
            <a:endParaRPr lang="ru-RU"/>
          </a:p>
        </p:txBody>
      </p:sp>
    </p:spTree>
    <p:extLst>
      <p:ext uri="{BB962C8B-B14F-4D97-AF65-F5344CB8AC3E}">
        <p14:creationId xmlns:p14="http://schemas.microsoft.com/office/powerpoint/2010/main" val="2474383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ru-RU" b="0" i="0" dirty="0">
                <a:solidFill>
                  <a:srgbClr val="333333"/>
                </a:solidFill>
                <a:effectLst/>
                <a:latin typeface="Source Sans Pro" panose="020B0503030403020204" pitchFamily="34" charset="0"/>
              </a:rPr>
              <a:t>Куб представляет собой </a:t>
            </a:r>
            <a:r>
              <a:rPr lang="ru-RU" b="0" i="0" u="none" strike="noStrike" dirty="0">
                <a:solidFill>
                  <a:srgbClr val="E1312F"/>
                </a:solidFill>
                <a:effectLst/>
                <a:latin typeface="Source Sans Pro" panose="020B0503030403020204" pitchFamily="34" charset="0"/>
                <a:hlinkClick r:id="rId3"/>
              </a:rPr>
              <a:t>многомерный</a:t>
            </a:r>
            <a:r>
              <a:rPr lang="ru-RU" b="0" i="0" dirty="0">
                <a:solidFill>
                  <a:srgbClr val="333333"/>
                </a:solidFill>
                <a:effectLst/>
                <a:latin typeface="Source Sans Pro" panose="020B0503030403020204" pitchFamily="34" charset="0"/>
              </a:rPr>
              <a:t> массив данных, используемый в системах </a:t>
            </a:r>
            <a:r>
              <a:rPr lang="ru-RU" b="0" i="0" u="none" strike="noStrike" dirty="0">
                <a:solidFill>
                  <a:srgbClr val="E1312F"/>
                </a:solidFill>
                <a:effectLst/>
                <a:latin typeface="Source Sans Pro" panose="020B0503030403020204" pitchFamily="34" charset="0"/>
                <a:hlinkClick r:id="rId4"/>
              </a:rPr>
              <a:t>оперативной аналитической обработки</a:t>
            </a:r>
            <a:r>
              <a:rPr lang="ru-RU" b="0" i="0" dirty="0">
                <a:solidFill>
                  <a:srgbClr val="333333"/>
                </a:solidFill>
                <a:effectLst/>
                <a:latin typeface="Source Sans Pro" panose="020B0503030403020204" pitchFamily="34" charset="0"/>
              </a:rPr>
              <a:t> (OLAP). Кроме этого, куб можно рассматривать как модель данных, обеспечивающую функциональность OLAP.</a:t>
            </a:r>
          </a:p>
          <a:p>
            <a:pPr algn="l"/>
            <a:r>
              <a:rPr lang="ru-RU" b="0" i="0" dirty="0">
                <a:solidFill>
                  <a:srgbClr val="333333"/>
                </a:solidFill>
                <a:effectLst/>
                <a:latin typeface="Source Sans Pro" panose="020B0503030403020204" pitchFamily="34" charset="0"/>
              </a:rPr>
              <a:t>В основе идеи построения куба лежит многомерная модель данных, предполагающая их разделение на </a:t>
            </a:r>
            <a:r>
              <a:rPr lang="ru-RU" b="0" i="0" u="none" strike="noStrike" dirty="0">
                <a:solidFill>
                  <a:srgbClr val="E1312F"/>
                </a:solidFill>
                <a:effectLst/>
                <a:latin typeface="Source Sans Pro" panose="020B0503030403020204" pitchFamily="34" charset="0"/>
                <a:hlinkClick r:id="rId5"/>
              </a:rPr>
              <a:t>измерения</a:t>
            </a:r>
            <a:r>
              <a:rPr lang="ru-RU" b="0" i="0" dirty="0">
                <a:solidFill>
                  <a:srgbClr val="333333"/>
                </a:solidFill>
                <a:effectLst/>
                <a:latin typeface="Source Sans Pro" panose="020B0503030403020204" pitchFamily="34" charset="0"/>
              </a:rPr>
              <a:t> и </a:t>
            </a:r>
            <a:r>
              <a:rPr lang="ru-RU" b="0" i="0" u="none" strike="noStrike" dirty="0">
                <a:solidFill>
                  <a:srgbClr val="E1312F"/>
                </a:solidFill>
                <a:effectLst/>
                <a:latin typeface="Source Sans Pro" panose="020B0503030403020204" pitchFamily="34" charset="0"/>
                <a:hlinkClick r:id="rId6"/>
              </a:rPr>
              <a:t>факты</a:t>
            </a:r>
            <a:r>
              <a:rPr lang="ru-RU" b="0" i="0" dirty="0">
                <a:solidFill>
                  <a:srgbClr val="333333"/>
                </a:solidFill>
                <a:effectLst/>
                <a:latin typeface="Source Sans Pro" panose="020B0503030403020204" pitchFamily="34" charset="0"/>
              </a:rPr>
              <a:t>. Куб, который содержит более чем три измерения, называется многомерным.</a:t>
            </a:r>
          </a:p>
          <a:p>
            <a:pPr algn="l"/>
            <a:r>
              <a:rPr lang="ru-RU" b="0" i="0" dirty="0">
                <a:solidFill>
                  <a:srgbClr val="333333"/>
                </a:solidFill>
                <a:effectLst/>
                <a:latin typeface="Source Sans Pro" panose="020B0503030403020204" pitchFamily="34" charset="0"/>
              </a:rPr>
              <a:t>Куб можно рассматривать как многомерное обобщение двумерной электронной таблицы. При этом измерения образуют оси многомерной модели данных (ребра куба), а факты — ячейки внутри куба, расположенные на пересечении соответствующих значений измерений.</a:t>
            </a:r>
          </a:p>
          <a:p>
            <a:pPr algn="l"/>
            <a:r>
              <a:rPr lang="ru-RU" b="0" i="0" dirty="0">
                <a:solidFill>
                  <a:srgbClr val="333333"/>
                </a:solidFill>
                <a:effectLst/>
                <a:latin typeface="Source Sans Pro" panose="020B0503030403020204" pitchFamily="34" charset="0"/>
              </a:rPr>
              <a:t>На рисунке представлен пример 3-мерного куба, содержащего измерения «Товар», «Месяц» и «Город».</a:t>
            </a:r>
          </a:p>
          <a:p>
            <a:pPr algn="l"/>
            <a:br>
              <a:rPr lang="ru-RU" dirty="0"/>
            </a:br>
            <a:r>
              <a:rPr lang="ru-RU" b="0" i="0" dirty="0">
                <a:solidFill>
                  <a:srgbClr val="333333"/>
                </a:solidFill>
                <a:effectLst/>
                <a:latin typeface="Source Sans Pro" panose="020B0503030403020204" pitchFamily="34" charset="0"/>
              </a:rPr>
              <a:t>Представление данных в виде куба обеспечивает возможность реализации концептуально простых операций для поддержки процесса анализа — срез и фрагментацию, детализацию, свертывание и вращение:</a:t>
            </a:r>
          </a:p>
          <a:p>
            <a:pPr algn="l">
              <a:buFont typeface="Arial" panose="020B0604020202020204" pitchFamily="34" charset="0"/>
              <a:buChar char="•"/>
            </a:pPr>
            <a:r>
              <a:rPr lang="ru-RU" b="1" i="0" dirty="0">
                <a:solidFill>
                  <a:srgbClr val="333333"/>
                </a:solidFill>
                <a:effectLst/>
                <a:latin typeface="Source Sans Pro" panose="020B0503030403020204" pitchFamily="34" charset="0"/>
              </a:rPr>
              <a:t>Срез (</a:t>
            </a:r>
            <a:r>
              <a:rPr lang="ru-RU" b="1" i="0" dirty="0" err="1">
                <a:solidFill>
                  <a:srgbClr val="333333"/>
                </a:solidFill>
                <a:effectLst/>
                <a:latin typeface="Source Sans Pro" panose="020B0503030403020204" pitchFamily="34" charset="0"/>
              </a:rPr>
              <a:t>slice</a:t>
            </a:r>
            <a:r>
              <a:rPr lang="ru-RU" b="1" i="0" dirty="0">
                <a:solidFill>
                  <a:srgbClr val="333333"/>
                </a:solidFill>
                <a:effectLst/>
                <a:latin typeface="Source Sans Pro" panose="020B0503030403020204" pitchFamily="34" charset="0"/>
              </a:rPr>
              <a:t>)</a:t>
            </a:r>
            <a:r>
              <a:rPr lang="ru-RU" b="0" i="0" dirty="0">
                <a:solidFill>
                  <a:srgbClr val="333333"/>
                </a:solidFill>
                <a:effectLst/>
                <a:latin typeface="Source Sans Pro" panose="020B0503030403020204" pitchFamily="34" charset="0"/>
              </a:rPr>
              <a:t> — извлечение из куба подмножества ячеек, связанных с каким-либо значением одного из его измерений. Например, срез по значению «Февраль» измерения «Месяц» (см. рис.) позволяет получить данные по продажам всех товаров во всех городах. Фактически, срез можно рассматривать как одномерный куб, который можно представить в виде обычной плоской таблицы. Использование срезов позволяет выполнить декомпозицию задачи анализа сложных многомерных структур на несколько более простых одномерных задач.</a:t>
            </a:r>
          </a:p>
          <a:p>
            <a:pPr algn="l">
              <a:buFont typeface="Arial" panose="020B0604020202020204" pitchFamily="34" charset="0"/>
              <a:buChar char="•"/>
            </a:pPr>
            <a:r>
              <a:rPr lang="ru-RU" b="1" i="0" dirty="0">
                <a:solidFill>
                  <a:srgbClr val="333333"/>
                </a:solidFill>
                <a:effectLst/>
                <a:latin typeface="Source Sans Pro" panose="020B0503030403020204" pitchFamily="34" charset="0"/>
              </a:rPr>
              <a:t>Фрагментация (</a:t>
            </a:r>
            <a:r>
              <a:rPr lang="ru-RU" b="1" i="0" dirty="0" err="1">
                <a:solidFill>
                  <a:srgbClr val="333333"/>
                </a:solidFill>
                <a:effectLst/>
                <a:latin typeface="Source Sans Pro" panose="020B0503030403020204" pitchFamily="34" charset="0"/>
              </a:rPr>
              <a:t>dice</a:t>
            </a:r>
            <a:r>
              <a:rPr lang="ru-RU" b="1" i="0" dirty="0">
                <a:solidFill>
                  <a:srgbClr val="333333"/>
                </a:solidFill>
                <a:effectLst/>
                <a:latin typeface="Source Sans Pro" panose="020B0503030403020204" pitchFamily="34" charset="0"/>
              </a:rPr>
              <a:t>)</a:t>
            </a:r>
            <a:r>
              <a:rPr lang="ru-RU" b="0" i="0" dirty="0">
                <a:solidFill>
                  <a:srgbClr val="333333"/>
                </a:solidFill>
                <a:effectLst/>
                <a:latin typeface="Source Sans Pro" panose="020B0503030403020204" pitchFamily="34" charset="0"/>
              </a:rPr>
              <a:t> — извлечение из куба некоторого </a:t>
            </a:r>
            <a:r>
              <a:rPr lang="ru-RU" b="0" i="0" dirty="0" err="1">
                <a:solidFill>
                  <a:srgbClr val="333333"/>
                </a:solidFill>
                <a:effectLst/>
                <a:latin typeface="Source Sans Pro" panose="020B0503030403020204" pitchFamily="34" charset="0"/>
              </a:rPr>
              <a:t>подкуба</a:t>
            </a:r>
            <a:r>
              <a:rPr lang="ru-RU" b="0" i="0" dirty="0">
                <a:solidFill>
                  <a:srgbClr val="333333"/>
                </a:solidFill>
                <a:effectLst/>
                <a:latin typeface="Source Sans Pro" panose="020B0503030403020204" pitchFamily="34" charset="0"/>
              </a:rPr>
              <a:t>, содержащего только те значения измерений, которые нужны для анализа. Например, фрагмент куба может содержать данные только за определенный интервал дат или о продажах по заданным городам.</a:t>
            </a:r>
          </a:p>
          <a:p>
            <a:pPr algn="l">
              <a:buFont typeface="Arial" panose="020B0604020202020204" pitchFamily="34" charset="0"/>
              <a:buChar char="•"/>
            </a:pPr>
            <a:r>
              <a:rPr lang="ru-RU" b="1" i="0" dirty="0">
                <a:solidFill>
                  <a:srgbClr val="333333"/>
                </a:solidFill>
                <a:effectLst/>
                <a:latin typeface="Source Sans Pro" panose="020B0503030403020204" pitchFamily="34" charset="0"/>
              </a:rPr>
              <a:t>Детализация (</a:t>
            </a:r>
            <a:r>
              <a:rPr lang="ru-RU" b="1" i="0" dirty="0" err="1">
                <a:solidFill>
                  <a:srgbClr val="333333"/>
                </a:solidFill>
                <a:effectLst/>
                <a:latin typeface="Source Sans Pro" panose="020B0503030403020204" pitchFamily="34" charset="0"/>
              </a:rPr>
              <a:t>Drill</a:t>
            </a:r>
            <a:r>
              <a:rPr lang="ru-RU" b="1" i="0" dirty="0">
                <a:solidFill>
                  <a:srgbClr val="333333"/>
                </a:solidFill>
                <a:effectLst/>
                <a:latin typeface="Source Sans Pro" panose="020B0503030403020204" pitchFamily="34" charset="0"/>
              </a:rPr>
              <a:t> Down/Up)</a:t>
            </a:r>
            <a:r>
              <a:rPr lang="ru-RU" b="0" i="0" dirty="0">
                <a:solidFill>
                  <a:srgbClr val="333333"/>
                </a:solidFill>
                <a:effectLst/>
                <a:latin typeface="Source Sans Pro" panose="020B0503030403020204" pitchFamily="34" charset="0"/>
              </a:rPr>
              <a:t> — позволяет аналитику изменять уровень представления данных в кубе от более общего к более детальному (</a:t>
            </a:r>
            <a:r>
              <a:rPr lang="ru-RU" b="0" i="0" dirty="0" err="1">
                <a:solidFill>
                  <a:srgbClr val="333333"/>
                </a:solidFill>
                <a:effectLst/>
                <a:latin typeface="Source Sans Pro" panose="020B0503030403020204" pitchFamily="34" charset="0"/>
              </a:rPr>
              <a:t>down</a:t>
            </a:r>
            <a:r>
              <a:rPr lang="ru-RU" b="0" i="0" dirty="0">
                <a:solidFill>
                  <a:srgbClr val="333333"/>
                </a:solidFill>
                <a:effectLst/>
                <a:latin typeface="Source Sans Pro" panose="020B0503030403020204" pitchFamily="34" charset="0"/>
              </a:rPr>
              <a:t>) или наоборот (</a:t>
            </a:r>
            <a:r>
              <a:rPr lang="ru-RU" b="0" i="0" dirty="0" err="1">
                <a:solidFill>
                  <a:srgbClr val="333333"/>
                </a:solidFill>
                <a:effectLst/>
                <a:latin typeface="Source Sans Pro" panose="020B0503030403020204" pitchFamily="34" charset="0"/>
              </a:rPr>
              <a:t>up</a:t>
            </a:r>
            <a:r>
              <a:rPr lang="ru-RU" b="0" i="0" dirty="0">
                <a:solidFill>
                  <a:srgbClr val="333333"/>
                </a:solidFill>
                <a:effectLst/>
                <a:latin typeface="Source Sans Pro" panose="020B0503030403020204" pitchFamily="34" charset="0"/>
              </a:rPr>
              <a:t>).</a:t>
            </a:r>
          </a:p>
          <a:p>
            <a:pPr algn="l">
              <a:buFont typeface="Arial" panose="020B0604020202020204" pitchFamily="34" charset="0"/>
              <a:buChar char="•"/>
            </a:pPr>
            <a:r>
              <a:rPr lang="ru-RU" b="1" i="0" dirty="0">
                <a:solidFill>
                  <a:srgbClr val="333333"/>
                </a:solidFill>
                <a:effectLst/>
                <a:latin typeface="Source Sans Pro" panose="020B0503030403020204" pitchFamily="34" charset="0"/>
              </a:rPr>
              <a:t>Свертывание (</a:t>
            </a:r>
            <a:r>
              <a:rPr lang="ru-RU" b="1" i="0" dirty="0" err="1">
                <a:solidFill>
                  <a:srgbClr val="333333"/>
                </a:solidFill>
                <a:effectLst/>
                <a:latin typeface="Source Sans Pro" panose="020B0503030403020204" pitchFamily="34" charset="0"/>
              </a:rPr>
              <a:t>RollUp</a:t>
            </a:r>
            <a:r>
              <a:rPr lang="ru-RU" b="1" i="0" dirty="0">
                <a:solidFill>
                  <a:srgbClr val="333333"/>
                </a:solidFill>
                <a:effectLst/>
                <a:latin typeface="Source Sans Pro" panose="020B0503030403020204" pitchFamily="34" charset="0"/>
              </a:rPr>
              <a:t>)</a:t>
            </a:r>
            <a:r>
              <a:rPr lang="ru-RU" b="0" i="0" dirty="0">
                <a:solidFill>
                  <a:srgbClr val="333333"/>
                </a:solidFill>
                <a:effectLst/>
                <a:latin typeface="Source Sans Pro" panose="020B0503030403020204" pitchFamily="34" charset="0"/>
              </a:rPr>
              <a:t> — </a:t>
            </a:r>
            <a:r>
              <a:rPr lang="ru-RU" b="0" i="0" u="none" strike="noStrike" dirty="0">
                <a:solidFill>
                  <a:srgbClr val="E1312F"/>
                </a:solidFill>
                <a:effectLst/>
                <a:latin typeface="Source Sans Pro" panose="020B0503030403020204" pitchFamily="34" charset="0"/>
                <a:hlinkClick r:id="rId7"/>
              </a:rPr>
              <a:t>агрегирование</a:t>
            </a:r>
            <a:r>
              <a:rPr lang="ru-RU" b="0" i="0" dirty="0">
                <a:solidFill>
                  <a:srgbClr val="333333"/>
                </a:solidFill>
                <a:effectLst/>
                <a:latin typeface="Source Sans Pro" panose="020B0503030403020204" pitchFamily="34" charset="0"/>
              </a:rPr>
              <a:t> данных по одному или нескольким измерениям. Производится в том случае, если нужны сводные, а не полные данные.</a:t>
            </a:r>
          </a:p>
          <a:p>
            <a:pPr algn="l">
              <a:buFont typeface="Arial" panose="020B0604020202020204" pitchFamily="34" charset="0"/>
              <a:buChar char="•"/>
            </a:pPr>
            <a:r>
              <a:rPr lang="ru-RU" b="1" i="0" dirty="0">
                <a:solidFill>
                  <a:srgbClr val="333333"/>
                </a:solidFill>
                <a:effectLst/>
                <a:latin typeface="Source Sans Pro" panose="020B0503030403020204" pitchFamily="34" charset="0"/>
              </a:rPr>
              <a:t>Вращение (</a:t>
            </a:r>
            <a:r>
              <a:rPr lang="ru-RU" b="1" i="0" dirty="0" err="1">
                <a:solidFill>
                  <a:srgbClr val="333333"/>
                </a:solidFill>
                <a:effectLst/>
                <a:latin typeface="Source Sans Pro" panose="020B0503030403020204" pitchFamily="34" charset="0"/>
              </a:rPr>
              <a:t>pivot</a:t>
            </a:r>
            <a:r>
              <a:rPr lang="ru-RU" b="1" i="0" dirty="0">
                <a:solidFill>
                  <a:srgbClr val="333333"/>
                </a:solidFill>
                <a:effectLst/>
                <a:latin typeface="Source Sans Pro" panose="020B0503030403020204" pitchFamily="34" charset="0"/>
              </a:rPr>
              <a:t>)</a:t>
            </a:r>
            <a:r>
              <a:rPr lang="ru-RU" b="0" i="0" dirty="0">
                <a:solidFill>
                  <a:srgbClr val="333333"/>
                </a:solidFill>
                <a:effectLst/>
                <a:latin typeface="Source Sans Pro" panose="020B0503030403020204" pitchFamily="34" charset="0"/>
              </a:rPr>
              <a:t> — позволяет менять пространственную ориентацию осей измерений куба, выбирая наиболее удобное для аналитика представление.</a:t>
            </a:r>
          </a:p>
          <a:p>
            <a:pPr algn="l"/>
            <a:r>
              <a:rPr lang="ru-RU" b="0" i="0" dirty="0">
                <a:solidFill>
                  <a:srgbClr val="333333"/>
                </a:solidFill>
                <a:effectLst/>
                <a:latin typeface="Source Sans Pro" panose="020B0503030403020204" pitchFamily="34" charset="0"/>
              </a:rPr>
              <a:t>В OLAP-технологиях куб — это прежде всего средство визуализации многомерных данных. Поэтому при его использовании приходится решать задачу отображения информации в удобном и интерпретируемом для человека виде.</a:t>
            </a:r>
          </a:p>
          <a:p>
            <a:pPr algn="l"/>
            <a:r>
              <a:rPr lang="ru-RU" b="0" i="0" dirty="0">
                <a:solidFill>
                  <a:srgbClr val="333333"/>
                </a:solidFill>
                <a:effectLst/>
                <a:latin typeface="Source Sans Pro" panose="020B0503030403020204" pitchFamily="34" charset="0"/>
              </a:rPr>
              <a:t>Для представления данных в кубе разработан специальный визуализатор, называемый </a:t>
            </a:r>
            <a:r>
              <a:rPr lang="ru-RU" b="1" i="0" dirty="0">
                <a:solidFill>
                  <a:srgbClr val="333333"/>
                </a:solidFill>
                <a:effectLst/>
                <a:latin typeface="Source Sans Pro" panose="020B0503030403020204" pitchFamily="34" charset="0"/>
              </a:rPr>
              <a:t>кросс-таблицей</a:t>
            </a:r>
            <a:r>
              <a:rPr lang="ru-RU" b="0" i="0" dirty="0">
                <a:solidFill>
                  <a:srgbClr val="333333"/>
                </a:solidFill>
                <a:effectLst/>
                <a:latin typeface="Source Sans Pro" panose="020B0503030403020204" pitchFamily="34" charset="0"/>
              </a:rPr>
              <a:t>. Она представляет данные в виде таблицы, но снабжена специальным интерфейсом, который позволяет оперативно группировать измерения, управлять срезами куба и отображать их на плоскости.</a:t>
            </a:r>
          </a:p>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57</a:t>
            </a:fld>
            <a:endParaRPr lang="ru-RU"/>
          </a:p>
        </p:txBody>
      </p:sp>
    </p:spTree>
    <p:extLst>
      <p:ext uri="{BB962C8B-B14F-4D97-AF65-F5344CB8AC3E}">
        <p14:creationId xmlns:p14="http://schemas.microsoft.com/office/powerpoint/2010/main" val="32985777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61</a:t>
            </a:fld>
            <a:endParaRPr lang="ru-RU"/>
          </a:p>
        </p:txBody>
      </p:sp>
    </p:spTree>
    <p:extLst>
      <p:ext uri="{BB962C8B-B14F-4D97-AF65-F5344CB8AC3E}">
        <p14:creationId xmlns:p14="http://schemas.microsoft.com/office/powerpoint/2010/main" val="4034698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63</a:t>
            </a:fld>
            <a:endParaRPr lang="ru-RU"/>
          </a:p>
        </p:txBody>
      </p:sp>
    </p:spTree>
    <p:extLst>
      <p:ext uri="{BB962C8B-B14F-4D97-AF65-F5344CB8AC3E}">
        <p14:creationId xmlns:p14="http://schemas.microsoft.com/office/powerpoint/2010/main" val="38719439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лектор слева">
    <p:bg>
      <p:bgRef idx="1001">
        <a:schemeClr val="bg1"/>
      </p:bgRef>
    </p:bg>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862445" y="212652"/>
            <a:ext cx="11216177" cy="2145987"/>
          </a:xfrm>
          <a:prstGeom prst="rect">
            <a:avLst/>
          </a:prstGeom>
        </p:spPr>
        <p:txBody>
          <a:bodyPr/>
          <a:lstStyle>
            <a:lvl1pPr marL="0" indent="0" algn="ctr">
              <a:buNone/>
              <a:defRPr sz="54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Название дисциплины</a:t>
            </a:r>
          </a:p>
        </p:txBody>
      </p:sp>
      <p:sp>
        <p:nvSpPr>
          <p:cNvPr id="6" name="Текст 4">
            <a:extLst>
              <a:ext uri="{FF2B5EF4-FFF2-40B4-BE49-F238E27FC236}">
                <a16:creationId xmlns:a16="http://schemas.microsoft.com/office/drawing/2014/main" id="{243EB0EA-B14F-4F7C-A662-195D09977AC2}"/>
              </a:ext>
            </a:extLst>
          </p:cNvPr>
          <p:cNvSpPr>
            <a:spLocks noGrp="1"/>
          </p:cNvSpPr>
          <p:nvPr>
            <p:ph type="body" sz="quarter" idx="11" hasCustomPrompt="1"/>
          </p:nvPr>
        </p:nvSpPr>
        <p:spPr>
          <a:xfrm>
            <a:off x="862444" y="4433107"/>
            <a:ext cx="11216177" cy="689986"/>
          </a:xfrm>
          <a:prstGeom prst="rect">
            <a:avLst/>
          </a:prstGeom>
        </p:spPr>
        <p:txBody>
          <a:bodyPr/>
          <a:lstStyle>
            <a:lvl1pPr marL="0" indent="0" algn="r">
              <a:buNone/>
              <a:defRPr sz="4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ФИО лектора</a:t>
            </a:r>
          </a:p>
        </p:txBody>
      </p:sp>
      <p:sp>
        <p:nvSpPr>
          <p:cNvPr id="8" name="Текст 4">
            <a:extLst>
              <a:ext uri="{FF2B5EF4-FFF2-40B4-BE49-F238E27FC236}">
                <a16:creationId xmlns:a16="http://schemas.microsoft.com/office/drawing/2014/main" id="{6657CA8C-522E-4429-B65F-6D6FE560E4B1}"/>
              </a:ext>
            </a:extLst>
          </p:cNvPr>
          <p:cNvSpPr>
            <a:spLocks noGrp="1"/>
          </p:cNvSpPr>
          <p:nvPr>
            <p:ph type="body" sz="quarter" idx="13" hasCustomPrompt="1"/>
          </p:nvPr>
        </p:nvSpPr>
        <p:spPr>
          <a:xfrm>
            <a:off x="862442" y="6034875"/>
            <a:ext cx="11216177" cy="513908"/>
          </a:xfrm>
          <a:prstGeom prst="rect">
            <a:avLst/>
          </a:prstGeom>
        </p:spPr>
        <p:txBody>
          <a:bodyPr/>
          <a:lstStyle>
            <a:lvl1pPr marL="0" indent="0" algn="r">
              <a:buNone/>
              <a:defRPr sz="2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Контактный </a:t>
            </a:r>
            <a:r>
              <a:rPr lang="en-US" dirty="0"/>
              <a:t>e-mail</a:t>
            </a:r>
            <a:endParaRPr lang="ru-RU" dirty="0"/>
          </a:p>
        </p:txBody>
      </p:sp>
      <p:sp>
        <p:nvSpPr>
          <p:cNvPr id="9" name="Текст 4">
            <a:extLst>
              <a:ext uri="{FF2B5EF4-FFF2-40B4-BE49-F238E27FC236}">
                <a16:creationId xmlns:a16="http://schemas.microsoft.com/office/drawing/2014/main" id="{7D9F4617-139A-49F3-B340-15C00D7D3994}"/>
              </a:ext>
            </a:extLst>
          </p:cNvPr>
          <p:cNvSpPr>
            <a:spLocks noGrp="1"/>
          </p:cNvSpPr>
          <p:nvPr>
            <p:ph type="body" sz="quarter" idx="14" hasCustomPrompt="1"/>
          </p:nvPr>
        </p:nvSpPr>
        <p:spPr>
          <a:xfrm>
            <a:off x="862443" y="5344889"/>
            <a:ext cx="11216177" cy="513908"/>
          </a:xfrm>
          <a:prstGeom prst="rect">
            <a:avLst/>
          </a:prstGeom>
        </p:spPr>
        <p:txBody>
          <a:bodyPr/>
          <a:lstStyle>
            <a:lvl1pPr marL="0" indent="0" algn="r">
              <a:buNone/>
              <a:defRPr sz="2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Звание, должность, место работы</a:t>
            </a:r>
          </a:p>
        </p:txBody>
      </p:sp>
      <p:sp>
        <p:nvSpPr>
          <p:cNvPr id="3" name="Прямоугольник 2"/>
          <p:cNvSpPr/>
          <p:nvPr userDrawn="1"/>
        </p:nvSpPr>
        <p:spPr>
          <a:xfrm>
            <a:off x="9270527" y="5800781"/>
            <a:ext cx="2808092" cy="4571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latin typeface="Calibri" panose="020F0502020204030204" pitchFamily="34" charset="0"/>
              <a:cs typeface="Calibri" panose="020F0502020204030204" pitchFamily="34" charset="0"/>
            </a:endParaRPr>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490" y="70792"/>
            <a:ext cx="640362" cy="707923"/>
          </a:xfrm>
          <a:prstGeom prst="rect">
            <a:avLst/>
          </a:prstGeom>
        </p:spPr>
      </p:pic>
    </p:spTree>
    <p:extLst>
      <p:ext uri="{BB962C8B-B14F-4D97-AF65-F5344CB8AC3E}">
        <p14:creationId xmlns:p14="http://schemas.microsoft.com/office/powerpoint/2010/main" val="165416116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44FFBC-5083-5772-781F-FA8FFDCAFFCA}"/>
              </a:ext>
            </a:extLst>
          </p:cNvPr>
          <p:cNvSpPr>
            <a:spLocks noGrp="1"/>
          </p:cNvSpPr>
          <p:nvPr>
            <p:ph type="title"/>
          </p:nvPr>
        </p:nvSpPr>
        <p:spPr/>
        <p:txBody>
          <a:bodyPr/>
          <a:lstStyle>
            <a:lvl1pPr>
              <a:defRPr b="1">
                <a:latin typeface="+mn-lt"/>
              </a:defRPr>
            </a:lvl1pPr>
          </a:lstStyle>
          <a:p>
            <a:r>
              <a:rPr lang="ru-RU" dirty="0"/>
              <a:t>Образец заголовка</a:t>
            </a:r>
          </a:p>
        </p:txBody>
      </p:sp>
      <p:sp>
        <p:nvSpPr>
          <p:cNvPr id="3" name="Объект 2">
            <a:extLst>
              <a:ext uri="{FF2B5EF4-FFF2-40B4-BE49-F238E27FC236}">
                <a16:creationId xmlns:a16="http://schemas.microsoft.com/office/drawing/2014/main" id="{4E133F82-3BB3-7EDF-7536-20AF304CA626}"/>
              </a:ext>
            </a:extLst>
          </p:cNvPr>
          <p:cNvSpPr>
            <a:spLocks noGrp="1"/>
          </p:cNvSpPr>
          <p:nvPr>
            <p:ph idx="1"/>
          </p:nvPr>
        </p:nvSpPr>
        <p:spPr>
          <a:xfrm>
            <a:off x="838200" y="1358781"/>
            <a:ext cx="10515600" cy="4818181"/>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558AC38B-5A39-332A-B892-1C5B3FBB8588}"/>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7AA438C3-09F7-C37D-6E65-4491F577CAE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EC83835-A57E-A742-987C-C776B6ED1513}"/>
              </a:ext>
            </a:extLst>
          </p:cNvPr>
          <p:cNvSpPr>
            <a:spLocks noGrp="1"/>
          </p:cNvSpPr>
          <p:nvPr>
            <p:ph type="sldNum" sz="quarter" idx="12"/>
          </p:nvPr>
        </p:nvSpPr>
        <p:spPr/>
        <p:txBody>
          <a:bodyPr/>
          <a:lstStyle/>
          <a:p>
            <a:fld id="{81C5FB71-5E9C-41B5-9BB8-3F1EBEAEB16A}" type="slidenum">
              <a:rPr lang="ru-RU" smtClean="0"/>
              <a:t>‹#›</a:t>
            </a:fld>
            <a:endParaRPr lang="ru-RU"/>
          </a:p>
        </p:txBody>
      </p:sp>
      <p:pic>
        <p:nvPicPr>
          <p:cNvPr id="7" name="Рисунок 6">
            <a:extLst>
              <a:ext uri="{FF2B5EF4-FFF2-40B4-BE49-F238E27FC236}">
                <a16:creationId xmlns:a16="http://schemas.microsoft.com/office/drawing/2014/main" id="{FB905A05-7552-49FE-9E77-7F0D9D97E0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490" y="70792"/>
            <a:ext cx="640362" cy="707923"/>
          </a:xfrm>
          <a:prstGeom prst="rect">
            <a:avLst/>
          </a:prstGeom>
        </p:spPr>
      </p:pic>
    </p:spTree>
    <p:extLst>
      <p:ext uri="{BB962C8B-B14F-4D97-AF65-F5344CB8AC3E}">
        <p14:creationId xmlns:p14="http://schemas.microsoft.com/office/powerpoint/2010/main" val="321388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78FF1D-6E2D-5C37-1EF9-3C33C8D4FA83}"/>
              </a:ext>
            </a:extLst>
          </p:cNvPr>
          <p:cNvSpPr>
            <a:spLocks noGrp="1"/>
          </p:cNvSpPr>
          <p:nvPr>
            <p:ph type="title"/>
          </p:nvPr>
        </p:nvSpPr>
        <p:spPr>
          <a:xfrm>
            <a:off x="831850" y="1709738"/>
            <a:ext cx="10515600" cy="2852737"/>
          </a:xfrm>
        </p:spPr>
        <p:txBody>
          <a:bodyPr anchor="b"/>
          <a:lstStyle>
            <a:lvl1pPr>
              <a:defRPr sz="6000"/>
            </a:lvl1pPr>
          </a:lstStyle>
          <a:p>
            <a:r>
              <a:rPr lang="ru-RU" dirty="0"/>
              <a:t>Образец заголовка</a:t>
            </a:r>
          </a:p>
        </p:txBody>
      </p:sp>
      <p:sp>
        <p:nvSpPr>
          <p:cNvPr id="3" name="Текст 2">
            <a:extLst>
              <a:ext uri="{FF2B5EF4-FFF2-40B4-BE49-F238E27FC236}">
                <a16:creationId xmlns:a16="http://schemas.microsoft.com/office/drawing/2014/main" id="{F0582E55-3C82-8981-AD35-5BE1CAF781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dirty="0"/>
              <a:t>Образец текста</a:t>
            </a:r>
          </a:p>
        </p:txBody>
      </p:sp>
      <p:sp>
        <p:nvSpPr>
          <p:cNvPr id="4" name="Дата 3">
            <a:extLst>
              <a:ext uri="{FF2B5EF4-FFF2-40B4-BE49-F238E27FC236}">
                <a16:creationId xmlns:a16="http://schemas.microsoft.com/office/drawing/2014/main" id="{05C24C26-5FFB-10BC-7F6B-DD086C3D3B2F}"/>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9D785404-A40E-C6B4-B1AF-346CA25363D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FEA0686-FE00-F77C-4961-0D4916B1D1EF}"/>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2445275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3BFC52-ACF7-50D2-B236-F3AD0C764E3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63D935F-6E1D-704A-FFD9-95880A32F611}"/>
              </a:ext>
            </a:extLst>
          </p:cNvPr>
          <p:cNvSpPr>
            <a:spLocks noGrp="1"/>
          </p:cNvSpPr>
          <p:nvPr>
            <p:ph sz="half" idx="1"/>
          </p:nvPr>
        </p:nvSpPr>
        <p:spPr>
          <a:xfrm>
            <a:off x="838200" y="1350233"/>
            <a:ext cx="5181600" cy="482672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a:extLst>
              <a:ext uri="{FF2B5EF4-FFF2-40B4-BE49-F238E27FC236}">
                <a16:creationId xmlns:a16="http://schemas.microsoft.com/office/drawing/2014/main" id="{C45F5B83-C11F-C63E-19F8-F170305E7390}"/>
              </a:ext>
            </a:extLst>
          </p:cNvPr>
          <p:cNvSpPr>
            <a:spLocks noGrp="1"/>
          </p:cNvSpPr>
          <p:nvPr>
            <p:ph sz="half" idx="2"/>
          </p:nvPr>
        </p:nvSpPr>
        <p:spPr>
          <a:xfrm>
            <a:off x="6172200" y="1350233"/>
            <a:ext cx="5181600" cy="4826730"/>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Дата 4">
            <a:extLst>
              <a:ext uri="{FF2B5EF4-FFF2-40B4-BE49-F238E27FC236}">
                <a16:creationId xmlns:a16="http://schemas.microsoft.com/office/drawing/2014/main" id="{816558B0-F06F-5D3F-D4CE-12FEA6CA58DA}"/>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D5CA1470-A32E-0878-FF54-B467D373461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23D6CAE-E104-B509-30C5-5F816DC34D74}"/>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840958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662FB2-61E9-B090-DDF5-637C0F11674A}"/>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8B13BEC1-5CE1-39A0-5F98-DF1F88A9A1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7B468AB7-7222-8D12-74BF-6E3FB9D6FFE1}"/>
              </a:ext>
            </a:extLst>
          </p:cNvPr>
          <p:cNvSpPr>
            <a:spLocks noGrp="1"/>
          </p:cNvSpPr>
          <p:nvPr>
            <p:ph sz="half" idx="2"/>
          </p:nvPr>
        </p:nvSpPr>
        <p:spPr>
          <a:xfrm>
            <a:off x="839788" y="2505075"/>
            <a:ext cx="5157787" cy="368458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Текст 4">
            <a:extLst>
              <a:ext uri="{FF2B5EF4-FFF2-40B4-BE49-F238E27FC236}">
                <a16:creationId xmlns:a16="http://schemas.microsoft.com/office/drawing/2014/main" id="{36F43AB0-793E-04C0-7572-90E3AE8BD6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23145C1A-E56D-D9A4-49F4-0E7DE8CF2B4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740FE84-A485-926E-EB2F-9B3A823DB8E8}"/>
              </a:ext>
            </a:extLst>
          </p:cNvPr>
          <p:cNvSpPr>
            <a:spLocks noGrp="1"/>
          </p:cNvSpPr>
          <p:nvPr>
            <p:ph type="dt" sz="half" idx="10"/>
          </p:nvPr>
        </p:nvSpPr>
        <p:spPr/>
        <p:txBody>
          <a:bodyPr/>
          <a:lstStyle/>
          <a:p>
            <a:endParaRPr lang="ru-RU"/>
          </a:p>
        </p:txBody>
      </p:sp>
      <p:sp>
        <p:nvSpPr>
          <p:cNvPr id="8" name="Нижний колонтитул 7">
            <a:extLst>
              <a:ext uri="{FF2B5EF4-FFF2-40B4-BE49-F238E27FC236}">
                <a16:creationId xmlns:a16="http://schemas.microsoft.com/office/drawing/2014/main" id="{4ADDA50C-CC20-F389-1487-E639ADD36B0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9EDB0A96-E301-1128-9118-CB1ADB6AF5BF}"/>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2637202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F0D036-AD2A-1CBA-C6F3-7B4578499C98}"/>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2C548B4E-17C4-CF0D-4E01-1DC835F2F11A}"/>
              </a:ext>
            </a:extLst>
          </p:cNvPr>
          <p:cNvSpPr>
            <a:spLocks noGrp="1"/>
          </p:cNvSpPr>
          <p:nvPr>
            <p:ph type="dt" sz="half" idx="10"/>
          </p:nvPr>
        </p:nvSpPr>
        <p:spPr/>
        <p:txBody>
          <a:bodyPr/>
          <a:lstStyle/>
          <a:p>
            <a:endParaRPr lang="ru-RU"/>
          </a:p>
        </p:txBody>
      </p:sp>
      <p:sp>
        <p:nvSpPr>
          <p:cNvPr id="4" name="Нижний колонтитул 3">
            <a:extLst>
              <a:ext uri="{FF2B5EF4-FFF2-40B4-BE49-F238E27FC236}">
                <a16:creationId xmlns:a16="http://schemas.microsoft.com/office/drawing/2014/main" id="{05E4C0D2-8219-4FB3-36A6-B7D7FBAE007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480AC24-E8CC-84DB-8B56-18C72FA88379}"/>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557134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828864F-9629-DBDC-6AA3-5D97BFEFB2E4}"/>
              </a:ext>
            </a:extLst>
          </p:cNvPr>
          <p:cNvSpPr>
            <a:spLocks noGrp="1"/>
          </p:cNvSpPr>
          <p:nvPr>
            <p:ph type="dt" sz="half" idx="10"/>
          </p:nvPr>
        </p:nvSpPr>
        <p:spPr/>
        <p:txBody>
          <a:bodyPr/>
          <a:lstStyle/>
          <a:p>
            <a:endParaRPr lang="ru-RU"/>
          </a:p>
        </p:txBody>
      </p:sp>
      <p:sp>
        <p:nvSpPr>
          <p:cNvPr id="3" name="Нижний колонтитул 2">
            <a:extLst>
              <a:ext uri="{FF2B5EF4-FFF2-40B4-BE49-F238E27FC236}">
                <a16:creationId xmlns:a16="http://schemas.microsoft.com/office/drawing/2014/main" id="{E5DC655F-3247-CCB5-ACC2-F50126E46CEB}"/>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322E155-6080-BCFA-E59A-34FCD9CD2F0C}"/>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241372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ABC904-DE7E-1195-CDF6-0A530BBDF00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EABC21CB-E5B3-D11E-2E38-ECCD7B0B1D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5E67837-24BE-30FB-FD14-64C3E801CD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6F30326-BFB0-8F27-BDF9-353C631FD3D0}"/>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538C1939-F636-863E-84C1-530A04A8AFB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153206C-50B3-2EDC-8517-7704146F07EB}"/>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205196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80F850-BF2A-5E90-C014-05D89F8466A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65ED2E89-03E3-6279-B0B8-5B70A09CD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688B8B21-B9FB-6209-49AE-287EA61C5C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3AF0344-3C4D-162C-D2C6-3EC83808A152}"/>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F531DDED-EC2F-5D31-C4FB-58BF1C1C65E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A915E6D-61CA-F55A-221D-E7DDED9F27AE}"/>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2174169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2E7370-4728-F9E8-C914-18F0F1D5ADDF}"/>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0939D510-D502-390D-92B5-3838FC4CC0D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C79971B-94C9-FEEC-4C09-AC621444383B}"/>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B9135BFA-5492-23C4-E6A2-1A5B50DB849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AF740CD-9E9E-D419-05AF-685E0B4E5908}"/>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555284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1703B8D4-FFFB-51BC-0095-F6912432DD2C}"/>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EE6D829-078B-B5F1-ADE1-33C94626B733}"/>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2FE88C0-8BC2-47C8-E4DC-B700D95EBC03}"/>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8A85BF16-D79D-ED36-0BF9-885AFC7FB32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41666F3-33E7-6CB8-C181-1FE2342AAC90}"/>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571641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лектор слева">
    <p:bg>
      <p:bgRef idx="1001">
        <a:schemeClr val="bg1"/>
      </p:bgRef>
    </p:bg>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862445" y="212652"/>
            <a:ext cx="11216177" cy="2472070"/>
          </a:xfrm>
          <a:prstGeom prst="rect">
            <a:avLst/>
          </a:prstGeom>
        </p:spPr>
        <p:txBody>
          <a:bodyPr/>
          <a:lstStyle>
            <a:lvl1pPr marL="0" indent="0" algn="ctr">
              <a:buNone/>
              <a:defRPr sz="54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Название дисциплины</a:t>
            </a:r>
          </a:p>
        </p:txBody>
      </p:sp>
      <p:sp>
        <p:nvSpPr>
          <p:cNvPr id="6" name="Текст 4">
            <a:extLst>
              <a:ext uri="{FF2B5EF4-FFF2-40B4-BE49-F238E27FC236}">
                <a16:creationId xmlns:a16="http://schemas.microsoft.com/office/drawing/2014/main" id="{243EB0EA-B14F-4F7C-A662-195D09977AC2}"/>
              </a:ext>
            </a:extLst>
          </p:cNvPr>
          <p:cNvSpPr>
            <a:spLocks noGrp="1"/>
          </p:cNvSpPr>
          <p:nvPr>
            <p:ph type="body" sz="quarter" idx="11" hasCustomPrompt="1"/>
          </p:nvPr>
        </p:nvSpPr>
        <p:spPr>
          <a:xfrm>
            <a:off x="862444" y="4433107"/>
            <a:ext cx="11216177" cy="689986"/>
          </a:xfrm>
          <a:prstGeom prst="rect">
            <a:avLst/>
          </a:prstGeom>
        </p:spPr>
        <p:txBody>
          <a:bodyPr/>
          <a:lstStyle>
            <a:lvl1pPr marL="0" indent="0" algn="r">
              <a:buNone/>
              <a:defRPr sz="4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ФИО лектора</a:t>
            </a:r>
          </a:p>
        </p:txBody>
      </p:sp>
      <p:sp>
        <p:nvSpPr>
          <p:cNvPr id="8" name="Текст 4">
            <a:extLst>
              <a:ext uri="{FF2B5EF4-FFF2-40B4-BE49-F238E27FC236}">
                <a16:creationId xmlns:a16="http://schemas.microsoft.com/office/drawing/2014/main" id="{6657CA8C-522E-4429-B65F-6D6FE560E4B1}"/>
              </a:ext>
            </a:extLst>
          </p:cNvPr>
          <p:cNvSpPr>
            <a:spLocks noGrp="1"/>
          </p:cNvSpPr>
          <p:nvPr>
            <p:ph type="body" sz="quarter" idx="13" hasCustomPrompt="1"/>
          </p:nvPr>
        </p:nvSpPr>
        <p:spPr>
          <a:xfrm>
            <a:off x="862442" y="6034875"/>
            <a:ext cx="11216177" cy="513908"/>
          </a:xfrm>
          <a:prstGeom prst="rect">
            <a:avLst/>
          </a:prstGeom>
        </p:spPr>
        <p:txBody>
          <a:bodyPr/>
          <a:lstStyle>
            <a:lvl1pPr marL="0" indent="0" algn="r">
              <a:buNone/>
              <a:defRPr sz="2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Контактный </a:t>
            </a:r>
            <a:r>
              <a:rPr lang="en-US" dirty="0"/>
              <a:t>e-mail</a:t>
            </a:r>
            <a:endParaRPr lang="ru-RU" dirty="0"/>
          </a:p>
        </p:txBody>
      </p:sp>
      <p:sp>
        <p:nvSpPr>
          <p:cNvPr id="9" name="Текст 4">
            <a:extLst>
              <a:ext uri="{FF2B5EF4-FFF2-40B4-BE49-F238E27FC236}">
                <a16:creationId xmlns:a16="http://schemas.microsoft.com/office/drawing/2014/main" id="{7D9F4617-139A-49F3-B340-15C00D7D3994}"/>
              </a:ext>
            </a:extLst>
          </p:cNvPr>
          <p:cNvSpPr>
            <a:spLocks noGrp="1"/>
          </p:cNvSpPr>
          <p:nvPr>
            <p:ph type="body" sz="quarter" idx="14" hasCustomPrompt="1"/>
          </p:nvPr>
        </p:nvSpPr>
        <p:spPr>
          <a:xfrm>
            <a:off x="862443" y="5344889"/>
            <a:ext cx="11216177" cy="513908"/>
          </a:xfrm>
          <a:prstGeom prst="rect">
            <a:avLst/>
          </a:prstGeom>
        </p:spPr>
        <p:txBody>
          <a:bodyPr/>
          <a:lstStyle>
            <a:lvl1pPr marL="0" indent="0" algn="r">
              <a:buNone/>
              <a:defRPr sz="2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Звание, должность, место работы</a:t>
            </a:r>
          </a:p>
        </p:txBody>
      </p:sp>
      <p:sp>
        <p:nvSpPr>
          <p:cNvPr id="3" name="Прямоугольник 2"/>
          <p:cNvSpPr/>
          <p:nvPr userDrawn="1"/>
        </p:nvSpPr>
        <p:spPr>
          <a:xfrm>
            <a:off x="9270527" y="5800781"/>
            <a:ext cx="2808092" cy="4571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latin typeface="Calibri" panose="020F0502020204030204" pitchFamily="34" charset="0"/>
              <a:cs typeface="Calibri" panose="020F0502020204030204" pitchFamily="34" charset="0"/>
            </a:endParaRPr>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490" y="70792"/>
            <a:ext cx="640362" cy="707923"/>
          </a:xfrm>
          <a:prstGeom prst="rect">
            <a:avLst/>
          </a:prstGeom>
        </p:spPr>
      </p:pic>
    </p:spTree>
    <p:extLst>
      <p:ext uri="{BB962C8B-B14F-4D97-AF65-F5344CB8AC3E}">
        <p14:creationId xmlns:p14="http://schemas.microsoft.com/office/powerpoint/2010/main" val="6015089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лектор слева">
    <p:bg>
      <p:bgRef idx="1001">
        <a:schemeClr val="bg1"/>
      </p:bgRef>
    </p:bg>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893619" y="212653"/>
            <a:ext cx="11185004" cy="1161898"/>
          </a:xfrm>
          <a:prstGeom prst="rect">
            <a:avLst/>
          </a:prstGeom>
        </p:spPr>
        <p:txBody>
          <a:bodyPr/>
          <a:lstStyle>
            <a:lvl1pPr marL="0" indent="0" algn="ctr">
              <a:buNone/>
              <a:defRPr sz="5400" b="0" cap="none" spc="0">
                <a:ln w="0"/>
                <a:solidFill>
                  <a:schemeClr val="tx1"/>
                </a:solidFill>
                <a:effectLst>
                  <a:outerShdw blurRad="38100" dist="19050" dir="2700000" algn="tl" rotWithShape="0">
                    <a:schemeClr val="dk1">
                      <a:alpha val="40000"/>
                    </a:schemeClr>
                  </a:outerShdw>
                </a:effectLst>
              </a:defRPr>
            </a:lvl1pPr>
          </a:lstStyle>
          <a:p>
            <a:pPr lvl="0"/>
            <a:r>
              <a:rPr lang="ru-RU" dirty="0"/>
              <a:t>Название слайда</a:t>
            </a:r>
          </a:p>
        </p:txBody>
      </p:sp>
      <p:sp>
        <p:nvSpPr>
          <p:cNvPr id="4" name="Текст 3">
            <a:extLst>
              <a:ext uri="{FF2B5EF4-FFF2-40B4-BE49-F238E27FC236}">
                <a16:creationId xmlns:a16="http://schemas.microsoft.com/office/drawing/2014/main" id="{6EAB95B9-19B9-409F-B0C0-80242AEA1C51}"/>
              </a:ext>
            </a:extLst>
          </p:cNvPr>
          <p:cNvSpPr>
            <a:spLocks noGrp="1"/>
          </p:cNvSpPr>
          <p:nvPr>
            <p:ph type="body" sz="quarter" idx="11"/>
          </p:nvPr>
        </p:nvSpPr>
        <p:spPr>
          <a:xfrm>
            <a:off x="893619" y="1830183"/>
            <a:ext cx="11185004" cy="4487862"/>
          </a:xfrm>
          <a:prstGeom prst="rect">
            <a:avLst/>
          </a:prstGeom>
        </p:spPr>
        <p:txBody>
          <a:bodyPr/>
          <a:lstStyle>
            <a:lvl1pPr>
              <a:defRPr sz="3600"/>
            </a:lvl1pPr>
            <a:lvl2pPr>
              <a:defRPr sz="3200"/>
            </a:lvl2pPr>
            <a:lvl3pPr>
              <a:defRPr sz="2400"/>
            </a:lvl3pPr>
            <a:lvl4pPr>
              <a:defRPr sz="2000"/>
            </a:lvl4pPr>
            <a:lvl5pPr>
              <a:defRPr sz="2000"/>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pic>
        <p:nvPicPr>
          <p:cNvPr id="6" name="Рисунок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490" y="70792"/>
            <a:ext cx="640362" cy="707923"/>
          </a:xfrm>
          <a:prstGeom prst="rect">
            <a:avLst/>
          </a:prstGeom>
        </p:spPr>
      </p:pic>
    </p:spTree>
    <p:extLst>
      <p:ext uri="{BB962C8B-B14F-4D97-AF65-F5344CB8AC3E}">
        <p14:creationId xmlns:p14="http://schemas.microsoft.com/office/powerpoint/2010/main" val="62134691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лектор слева">
    <p:bg>
      <p:bgRef idx="1001">
        <a:schemeClr val="bg1"/>
      </p:bgRef>
    </p:bg>
    <p:spTree>
      <p:nvGrpSpPr>
        <p:cNvPr id="1" name=""/>
        <p:cNvGrpSpPr/>
        <p:nvPr/>
      </p:nvGrpSpPr>
      <p:grpSpPr>
        <a:xfrm>
          <a:off x="0" y="0"/>
          <a:ext cx="0" cy="0"/>
          <a:chOff x="0" y="0"/>
          <a:chExt cx="0" cy="0"/>
        </a:xfrm>
      </p:grpSpPr>
      <p:pic>
        <p:nvPicPr>
          <p:cNvPr id="3" name="Рисунок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490" y="70792"/>
            <a:ext cx="640362" cy="707923"/>
          </a:xfrm>
          <a:prstGeom prst="rect">
            <a:avLst/>
          </a:prstGeom>
        </p:spPr>
      </p:pic>
    </p:spTree>
    <p:extLst>
      <p:ext uri="{BB962C8B-B14F-4D97-AF65-F5344CB8AC3E}">
        <p14:creationId xmlns:p14="http://schemas.microsoft.com/office/powerpoint/2010/main" val="126639499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лектор в центре">
    <p:bg>
      <p:bgRef idx="1001">
        <a:schemeClr val="bg1"/>
      </p:bgRef>
    </p:bg>
    <p:spTree>
      <p:nvGrpSpPr>
        <p:cNvPr id="1" name=""/>
        <p:cNvGrpSpPr/>
        <p:nvPr/>
      </p:nvGrpSpPr>
      <p:grpSpPr>
        <a:xfrm>
          <a:off x="0" y="0"/>
          <a:ext cx="0" cy="0"/>
          <a:chOff x="0" y="0"/>
          <a:chExt cx="0" cy="0"/>
        </a:xfrm>
      </p:grpSpPr>
      <p:pic>
        <p:nvPicPr>
          <p:cNvPr id="3" name="Рисунок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490" y="70792"/>
            <a:ext cx="640362" cy="707923"/>
          </a:xfrm>
          <a:prstGeom prst="rect">
            <a:avLst/>
          </a:prstGeom>
        </p:spPr>
      </p:pic>
    </p:spTree>
    <p:extLst>
      <p:ext uri="{BB962C8B-B14F-4D97-AF65-F5344CB8AC3E}">
        <p14:creationId xmlns:p14="http://schemas.microsoft.com/office/powerpoint/2010/main" val="105087466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лектор справа">
    <p:bg>
      <p:bgRef idx="1001">
        <a:schemeClr val="bg1"/>
      </p:bgRef>
    </p:bg>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490" y="70792"/>
            <a:ext cx="640362" cy="707923"/>
          </a:xfrm>
          <a:prstGeom prst="rect">
            <a:avLst/>
          </a:prstGeom>
        </p:spPr>
      </p:pic>
    </p:spTree>
    <p:extLst>
      <p:ext uri="{BB962C8B-B14F-4D97-AF65-F5344CB8AC3E}">
        <p14:creationId xmlns:p14="http://schemas.microsoft.com/office/powerpoint/2010/main" val="370051723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без лектор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8490" y="70792"/>
            <a:ext cx="640362" cy="707923"/>
          </a:xfrm>
          <a:prstGeom prst="rect">
            <a:avLst/>
          </a:prstGeom>
        </p:spPr>
      </p:pic>
    </p:spTree>
    <p:extLst>
      <p:ext uri="{BB962C8B-B14F-4D97-AF65-F5344CB8AC3E}">
        <p14:creationId xmlns:p14="http://schemas.microsoft.com/office/powerpoint/2010/main" val="35041362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титульный лист">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490" y="70792"/>
            <a:ext cx="640362" cy="707923"/>
          </a:xfrm>
          <a:prstGeom prst="rect">
            <a:avLst/>
          </a:prstGeom>
        </p:spPr>
      </p:pic>
    </p:spTree>
    <p:extLst>
      <p:ext uri="{BB962C8B-B14F-4D97-AF65-F5344CB8AC3E}">
        <p14:creationId xmlns:p14="http://schemas.microsoft.com/office/powerpoint/2010/main" val="769088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3F0DFB-F6BC-AF29-BE7E-4E3216FC72C1}"/>
              </a:ext>
            </a:extLst>
          </p:cNvPr>
          <p:cNvSpPr>
            <a:spLocks noGrp="1"/>
          </p:cNvSpPr>
          <p:nvPr>
            <p:ph type="title"/>
          </p:nvPr>
        </p:nvSpPr>
        <p:spPr>
          <a:xfrm>
            <a:off x="838200" y="70791"/>
            <a:ext cx="10515600" cy="1100056"/>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AC8C1FDE-157F-0CF9-6678-361FB41BEF8F}"/>
              </a:ext>
            </a:extLst>
          </p:cNvPr>
          <p:cNvSpPr>
            <a:spLocks noGrp="1"/>
          </p:cNvSpPr>
          <p:nvPr>
            <p:ph type="body" idx="1"/>
          </p:nvPr>
        </p:nvSpPr>
        <p:spPr>
          <a:xfrm>
            <a:off x="838200" y="1350235"/>
            <a:ext cx="10515600" cy="4826727"/>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EEFCC27C-378E-A92F-E57E-3D7AA4E23E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400">
                <a:solidFill>
                  <a:schemeClr val="tx1">
                    <a:tint val="75000"/>
                  </a:schemeClr>
                </a:solidFill>
              </a:defRPr>
            </a:lvl1pPr>
          </a:lstStyle>
          <a:p>
            <a:endParaRPr lang="ru-RU" dirty="0"/>
          </a:p>
        </p:txBody>
      </p:sp>
      <p:sp>
        <p:nvSpPr>
          <p:cNvPr id="5" name="Нижний колонтитул 4">
            <a:extLst>
              <a:ext uri="{FF2B5EF4-FFF2-40B4-BE49-F238E27FC236}">
                <a16:creationId xmlns:a16="http://schemas.microsoft.com/office/drawing/2014/main" id="{7D90D05E-2ECB-3FE6-00DA-ABD9FD3742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400">
                <a:solidFill>
                  <a:schemeClr val="tx1">
                    <a:tint val="75000"/>
                  </a:schemeClr>
                </a:solidFill>
              </a:defRPr>
            </a:lvl1pPr>
          </a:lstStyle>
          <a:p>
            <a:endParaRPr lang="ru-RU" dirty="0"/>
          </a:p>
        </p:txBody>
      </p:sp>
      <p:sp>
        <p:nvSpPr>
          <p:cNvPr id="6" name="Номер слайда 5">
            <a:extLst>
              <a:ext uri="{FF2B5EF4-FFF2-40B4-BE49-F238E27FC236}">
                <a16:creationId xmlns:a16="http://schemas.microsoft.com/office/drawing/2014/main" id="{99280FC2-FB5C-C830-013D-02D6917C45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81C5FB71-5E9C-41B5-9BB8-3F1EBEAEB16A}" type="slidenum">
              <a:rPr lang="ru-RU" smtClean="0"/>
              <a:pPr/>
              <a:t>‹#›</a:t>
            </a:fld>
            <a:endParaRPr lang="ru-RU" dirty="0"/>
          </a:p>
        </p:txBody>
      </p:sp>
      <p:pic>
        <p:nvPicPr>
          <p:cNvPr id="7" name="Рисунок 6">
            <a:extLst>
              <a:ext uri="{FF2B5EF4-FFF2-40B4-BE49-F238E27FC236}">
                <a16:creationId xmlns:a16="http://schemas.microsoft.com/office/drawing/2014/main" id="{EEDEDD01-40D1-3A00-9058-486237677F41}"/>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88490" y="70792"/>
            <a:ext cx="640362" cy="707923"/>
          </a:xfrm>
          <a:prstGeom prst="rect">
            <a:avLst/>
          </a:prstGeom>
        </p:spPr>
      </p:pic>
    </p:spTree>
    <p:extLst>
      <p:ext uri="{BB962C8B-B14F-4D97-AF65-F5344CB8AC3E}">
        <p14:creationId xmlns:p14="http://schemas.microsoft.com/office/powerpoint/2010/main" val="949471153"/>
      </p:ext>
    </p:extLst>
  </p:cSld>
  <p:clrMap bg1="lt1" tx1="dk1" bg2="lt2" tx2="dk2" accent1="accent1" accent2="accent2" accent3="accent3" accent4="accent4" accent5="accent5" accent6="accent6" hlink="hlink" folHlink="folHlink"/>
  <p:sldLayoutIdLst>
    <p:sldLayoutId id="2147483719"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04" r:id="rId14"/>
    <p:sldLayoutId id="2147483699" r:id="rId15"/>
    <p:sldLayoutId id="2147483700" r:id="rId16"/>
    <p:sldLayoutId id="2147483702" r:id="rId17"/>
    <p:sldLayoutId id="2147483697" r:id="rId18"/>
  </p:sldLayoutIdLst>
  <p:hf hdr="0" ftr="0" dt="0"/>
  <p:txStyles>
    <p:title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Yurchenkov@mirea.ru"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mailto:qwerty29544@gmail.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5" Type="http://schemas.openxmlformats.org/officeDocument/2006/relationships/image" Target="../media/image15.jpe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mailto:Yurchenkov@mirea.ru"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mailto:qwerty29544@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D02A7036-67AC-4B6E-933D-0EBEFC2F148D}"/>
              </a:ext>
            </a:extLst>
          </p:cNvPr>
          <p:cNvSpPr>
            <a:spLocks noGrp="1"/>
          </p:cNvSpPr>
          <p:nvPr>
            <p:ph type="body" sz="quarter" idx="10"/>
          </p:nvPr>
        </p:nvSpPr>
        <p:spPr/>
        <p:txBody>
          <a:bodyPr/>
          <a:lstStyle/>
          <a:p>
            <a:r>
              <a:rPr lang="ru-RU" dirty="0"/>
              <a:t>Технологии и инструментарий анализа больших данных</a:t>
            </a:r>
          </a:p>
        </p:txBody>
      </p:sp>
      <p:sp>
        <p:nvSpPr>
          <p:cNvPr id="4" name="Текст 3">
            <a:extLst>
              <a:ext uri="{FF2B5EF4-FFF2-40B4-BE49-F238E27FC236}">
                <a16:creationId xmlns:a16="http://schemas.microsoft.com/office/drawing/2014/main" id="{4304D1FC-3C2B-40AC-AC46-5ADB2B78FD76}"/>
              </a:ext>
            </a:extLst>
          </p:cNvPr>
          <p:cNvSpPr>
            <a:spLocks noGrp="1"/>
          </p:cNvSpPr>
          <p:nvPr>
            <p:ph type="body" sz="quarter" idx="11"/>
          </p:nvPr>
        </p:nvSpPr>
        <p:spPr/>
        <p:txBody>
          <a:bodyPr/>
          <a:lstStyle/>
          <a:p>
            <a:r>
              <a:rPr lang="ru-RU" sz="4000" dirty="0"/>
              <a:t>Юрченков Иван Александрович</a:t>
            </a:r>
          </a:p>
        </p:txBody>
      </p:sp>
      <p:sp>
        <p:nvSpPr>
          <p:cNvPr id="5" name="Текст 4">
            <a:extLst>
              <a:ext uri="{FF2B5EF4-FFF2-40B4-BE49-F238E27FC236}">
                <a16:creationId xmlns:a16="http://schemas.microsoft.com/office/drawing/2014/main" id="{85920733-DC10-4100-9E5C-5EBB2D00AEC4}"/>
              </a:ext>
            </a:extLst>
          </p:cNvPr>
          <p:cNvSpPr>
            <a:spLocks noGrp="1"/>
          </p:cNvSpPr>
          <p:nvPr>
            <p:ph type="body" sz="quarter" idx="13"/>
          </p:nvPr>
        </p:nvSpPr>
        <p:spPr/>
        <p:txBody>
          <a:bodyPr/>
          <a:lstStyle/>
          <a:p>
            <a:r>
              <a:rPr lang="en-US" dirty="0">
                <a:hlinkClick r:id="rId3"/>
              </a:rPr>
              <a:t>Yurchenkov@mirea.ru</a:t>
            </a:r>
            <a:r>
              <a:rPr lang="en-US" dirty="0"/>
              <a:t>	</a:t>
            </a:r>
            <a:r>
              <a:rPr lang="en-US" dirty="0">
                <a:hlinkClick r:id="rId4"/>
              </a:rPr>
              <a:t>qwerty29544@gmail.com</a:t>
            </a:r>
            <a:r>
              <a:rPr lang="en-US" dirty="0"/>
              <a:t> 	</a:t>
            </a:r>
            <a:r>
              <a:rPr lang="en-US" dirty="0" err="1"/>
              <a:t>tg</a:t>
            </a:r>
            <a:r>
              <a:rPr lang="en-US" dirty="0"/>
              <a:t>:</a:t>
            </a:r>
            <a:r>
              <a:rPr lang="ru-RU" dirty="0"/>
              <a:t> </a:t>
            </a:r>
            <a:r>
              <a:rPr lang="en-US" dirty="0"/>
              <a:t>@ivanyurchenkov</a:t>
            </a:r>
            <a:endParaRPr lang="ru-RU" dirty="0"/>
          </a:p>
        </p:txBody>
      </p:sp>
      <p:sp>
        <p:nvSpPr>
          <p:cNvPr id="6" name="Текст 5">
            <a:extLst>
              <a:ext uri="{FF2B5EF4-FFF2-40B4-BE49-F238E27FC236}">
                <a16:creationId xmlns:a16="http://schemas.microsoft.com/office/drawing/2014/main" id="{936B0D40-C816-44EC-A3D6-5CA90F8CE9F3}"/>
              </a:ext>
            </a:extLst>
          </p:cNvPr>
          <p:cNvSpPr>
            <a:spLocks noGrp="1"/>
          </p:cNvSpPr>
          <p:nvPr>
            <p:ph type="body" sz="quarter" idx="14"/>
          </p:nvPr>
        </p:nvSpPr>
        <p:spPr/>
        <p:txBody>
          <a:bodyPr/>
          <a:lstStyle/>
          <a:p>
            <a:r>
              <a:rPr lang="ru-RU" dirty="0"/>
              <a:t>Старший преподаватель кафедры прикладной математики ИИТ</a:t>
            </a:r>
          </a:p>
        </p:txBody>
      </p:sp>
    </p:spTree>
    <p:extLst>
      <p:ext uri="{BB962C8B-B14F-4D97-AF65-F5344CB8AC3E}">
        <p14:creationId xmlns:p14="http://schemas.microsoft.com/office/powerpoint/2010/main" val="1391173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1B725C7C-1A33-D3B6-C8C0-BB5D3E01856E}"/>
              </a:ext>
            </a:extLst>
          </p:cNvPr>
          <p:cNvSpPr>
            <a:spLocks noGrp="1"/>
          </p:cNvSpPr>
          <p:nvPr>
            <p:ph type="title"/>
          </p:nvPr>
        </p:nvSpPr>
        <p:spPr>
          <a:xfrm>
            <a:off x="838200" y="70791"/>
            <a:ext cx="10515600" cy="1256833"/>
          </a:xfrm>
        </p:spPr>
        <p:txBody>
          <a:bodyPr>
            <a:noAutofit/>
          </a:bodyPr>
          <a:lstStyle/>
          <a:p>
            <a:pPr algn="ctr"/>
            <a:r>
              <a:rPr lang="ru-RU" dirty="0">
                <a:latin typeface="+mn-lt"/>
              </a:rPr>
              <a:t>Лекция №</a:t>
            </a:r>
            <a:r>
              <a:rPr lang="ru-RU" dirty="0"/>
              <a:t>3</a:t>
            </a:r>
            <a:r>
              <a:rPr lang="ru-RU" dirty="0">
                <a:latin typeface="+mn-lt"/>
              </a:rPr>
              <a:t>. </a:t>
            </a:r>
            <a:r>
              <a:rPr lang="ru-RU" dirty="0"/>
              <a:t>Визуализация и статистический анализ данных</a:t>
            </a:r>
            <a:endParaRPr lang="ru-RU" dirty="0">
              <a:latin typeface="+mn-lt"/>
            </a:endParaRPr>
          </a:p>
        </p:txBody>
      </p:sp>
      <p:sp>
        <p:nvSpPr>
          <p:cNvPr id="2" name="Текст 1">
            <a:extLst>
              <a:ext uri="{FF2B5EF4-FFF2-40B4-BE49-F238E27FC236}">
                <a16:creationId xmlns:a16="http://schemas.microsoft.com/office/drawing/2014/main" id="{BEF096E4-BC02-4F45-474B-72674D86E7E2}"/>
              </a:ext>
            </a:extLst>
          </p:cNvPr>
          <p:cNvSpPr>
            <a:spLocks noGrp="1"/>
          </p:cNvSpPr>
          <p:nvPr>
            <p:ph idx="1"/>
          </p:nvPr>
        </p:nvSpPr>
        <p:spPr>
          <a:xfrm>
            <a:off x="838200" y="1327624"/>
            <a:ext cx="10515600" cy="5211288"/>
          </a:xfrm>
        </p:spPr>
        <p:txBody>
          <a:bodyPr>
            <a:normAutofit/>
          </a:bodyPr>
          <a:lstStyle/>
          <a:p>
            <a:pPr marL="0" indent="0">
              <a:buNone/>
            </a:pPr>
            <a:r>
              <a:rPr lang="ru-RU" b="1" dirty="0"/>
              <a:t>Основные вопросы:</a:t>
            </a:r>
          </a:p>
          <a:p>
            <a:pPr marL="742950" indent="-742950">
              <a:buAutoNum type="arabicPeriod"/>
            </a:pPr>
            <a:r>
              <a:rPr lang="ru-RU" dirty="0"/>
              <a:t>Статистика</a:t>
            </a:r>
          </a:p>
          <a:p>
            <a:pPr marL="742950" indent="-742950">
              <a:buAutoNum type="arabicPeriod"/>
            </a:pPr>
            <a:r>
              <a:rPr lang="ru-RU" dirty="0"/>
              <a:t>Меры центральной тенденции</a:t>
            </a:r>
          </a:p>
          <a:p>
            <a:pPr marL="742950" indent="-742950">
              <a:buAutoNum type="arabicPeriod"/>
            </a:pPr>
            <a:r>
              <a:rPr lang="ru-RU" dirty="0"/>
              <a:t>Меры разброса</a:t>
            </a:r>
          </a:p>
          <a:p>
            <a:pPr marL="742950" indent="-742950">
              <a:buAutoNum type="arabicPeriod"/>
            </a:pPr>
            <a:r>
              <a:rPr lang="ru-RU" dirty="0"/>
              <a:t>Распределения</a:t>
            </a:r>
          </a:p>
          <a:p>
            <a:pPr marL="742950" indent="-742950">
              <a:buAutoNum type="arabicPeriod"/>
            </a:pPr>
            <a:r>
              <a:rPr lang="ru-RU" dirty="0"/>
              <a:t>Доверительные интервалы</a:t>
            </a:r>
          </a:p>
          <a:p>
            <a:pPr marL="742950" indent="-742950">
              <a:buAutoNum type="arabicPeriod"/>
            </a:pPr>
            <a:r>
              <a:rPr lang="ru-RU" dirty="0"/>
              <a:t>Проверка гипотез</a:t>
            </a:r>
          </a:p>
          <a:p>
            <a:pPr marL="742950" indent="-742950">
              <a:buAutoNum type="arabicPeriod"/>
            </a:pPr>
            <a:r>
              <a:rPr lang="ru-RU" dirty="0"/>
              <a:t>Визуализация данных</a:t>
            </a:r>
          </a:p>
          <a:p>
            <a:pPr marL="742950" indent="-742950">
              <a:buAutoNum type="arabicPeriod"/>
            </a:pPr>
            <a:r>
              <a:rPr lang="ru-RU" dirty="0"/>
              <a:t>Методы визуализации данных</a:t>
            </a:r>
          </a:p>
        </p:txBody>
      </p:sp>
      <p:sp>
        <p:nvSpPr>
          <p:cNvPr id="7" name="Номер слайда 6">
            <a:extLst>
              <a:ext uri="{FF2B5EF4-FFF2-40B4-BE49-F238E27FC236}">
                <a16:creationId xmlns:a16="http://schemas.microsoft.com/office/drawing/2014/main" id="{03F8E211-449D-C68C-8389-CD803EC9EDAA}"/>
              </a:ext>
            </a:extLst>
          </p:cNvPr>
          <p:cNvSpPr>
            <a:spLocks noGrp="1"/>
          </p:cNvSpPr>
          <p:nvPr>
            <p:ph type="sldNum" sz="quarter" idx="12"/>
          </p:nvPr>
        </p:nvSpPr>
        <p:spPr/>
        <p:txBody>
          <a:bodyPr/>
          <a:lstStyle/>
          <a:p>
            <a:fld id="{81C5FB71-5E9C-41B5-9BB8-3F1EBEAEB16A}" type="slidenum">
              <a:rPr lang="ru-RU" smtClean="0"/>
              <a:t>2</a:t>
            </a:fld>
            <a:endParaRPr lang="ru-RU"/>
          </a:p>
        </p:txBody>
      </p:sp>
    </p:spTree>
    <p:extLst>
      <p:ext uri="{BB962C8B-B14F-4D97-AF65-F5344CB8AC3E}">
        <p14:creationId xmlns:p14="http://schemas.microsoft.com/office/powerpoint/2010/main" val="2997528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3E7AD4-23AF-C35B-86DE-D78552ABA97E}"/>
              </a:ext>
            </a:extLst>
          </p:cNvPr>
          <p:cNvSpPr>
            <a:spLocks noGrp="1"/>
          </p:cNvSpPr>
          <p:nvPr>
            <p:ph type="title"/>
          </p:nvPr>
        </p:nvSpPr>
        <p:spPr/>
        <p:txBody>
          <a:bodyPr/>
          <a:lstStyle/>
          <a:p>
            <a:r>
              <a:rPr lang="ru-RU" dirty="0"/>
              <a:t>Статистика</a:t>
            </a:r>
          </a:p>
        </p:txBody>
      </p:sp>
      <p:sp>
        <p:nvSpPr>
          <p:cNvPr id="3" name="Объект 2">
            <a:extLst>
              <a:ext uri="{FF2B5EF4-FFF2-40B4-BE49-F238E27FC236}">
                <a16:creationId xmlns:a16="http://schemas.microsoft.com/office/drawing/2014/main" id="{D973524E-7DFD-28D9-AC87-A6E5FAECC62D}"/>
              </a:ext>
            </a:extLst>
          </p:cNvPr>
          <p:cNvSpPr>
            <a:spLocks noGrp="1"/>
          </p:cNvSpPr>
          <p:nvPr>
            <p:ph idx="1"/>
          </p:nvPr>
        </p:nvSpPr>
        <p:spPr/>
        <p:txBody>
          <a:bodyPr/>
          <a:lstStyle/>
          <a:p>
            <a:pPr marL="0" indent="0">
              <a:buNone/>
            </a:pPr>
            <a:r>
              <a:rPr lang="ru-RU" b="1" dirty="0"/>
              <a:t>Статистика</a:t>
            </a:r>
            <a:r>
              <a:rPr lang="ru-RU" dirty="0"/>
              <a:t> — наука, которая занимается получением, обработкой и анализом количественных данных о разнообразных массовых явлениях, происходящих в природе и обществе</a:t>
            </a:r>
          </a:p>
          <a:p>
            <a:pPr marL="0" indent="0">
              <a:buNone/>
            </a:pPr>
            <a:endParaRPr lang="ru-RU" b="1" dirty="0"/>
          </a:p>
          <a:p>
            <a:pPr marL="0" indent="0">
              <a:buNone/>
            </a:pPr>
            <a:r>
              <a:rPr lang="ru-RU" b="1" dirty="0"/>
              <a:t>Изучает:</a:t>
            </a:r>
          </a:p>
          <a:p>
            <a:r>
              <a:rPr lang="ru-RU" dirty="0"/>
              <a:t>Природные явления</a:t>
            </a:r>
          </a:p>
          <a:p>
            <a:r>
              <a:rPr lang="ru-RU" dirty="0"/>
              <a:t>Общественные процессы</a:t>
            </a:r>
          </a:p>
          <a:p>
            <a:r>
              <a:rPr lang="ru-RU" dirty="0"/>
              <a:t>Производство и потребление</a:t>
            </a:r>
          </a:p>
          <a:p>
            <a:pPr marL="0" indent="0">
              <a:buNone/>
            </a:pPr>
            <a:endParaRPr lang="ru-RU" dirty="0"/>
          </a:p>
        </p:txBody>
      </p:sp>
      <p:sp>
        <p:nvSpPr>
          <p:cNvPr id="4" name="Номер слайда 3">
            <a:extLst>
              <a:ext uri="{FF2B5EF4-FFF2-40B4-BE49-F238E27FC236}">
                <a16:creationId xmlns:a16="http://schemas.microsoft.com/office/drawing/2014/main" id="{666FC8D8-5FD4-0AF5-D4F7-4B22AA6549A0}"/>
              </a:ext>
            </a:extLst>
          </p:cNvPr>
          <p:cNvSpPr>
            <a:spLocks noGrp="1"/>
          </p:cNvSpPr>
          <p:nvPr>
            <p:ph type="sldNum" sz="quarter" idx="12"/>
          </p:nvPr>
        </p:nvSpPr>
        <p:spPr/>
        <p:txBody>
          <a:bodyPr/>
          <a:lstStyle/>
          <a:p>
            <a:fld id="{81C5FB71-5E9C-41B5-9BB8-3F1EBEAEB16A}" type="slidenum">
              <a:rPr lang="ru-RU" smtClean="0"/>
              <a:t>3</a:t>
            </a:fld>
            <a:endParaRPr lang="ru-RU"/>
          </a:p>
        </p:txBody>
      </p:sp>
    </p:spTree>
    <p:extLst>
      <p:ext uri="{BB962C8B-B14F-4D97-AF65-F5344CB8AC3E}">
        <p14:creationId xmlns:p14="http://schemas.microsoft.com/office/powerpoint/2010/main" val="3819845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F8E687-E9A9-DA6A-BA8F-B4918C439F67}"/>
              </a:ext>
            </a:extLst>
          </p:cNvPr>
          <p:cNvSpPr>
            <a:spLocks noGrp="1"/>
          </p:cNvSpPr>
          <p:nvPr>
            <p:ph type="title"/>
          </p:nvPr>
        </p:nvSpPr>
        <p:spPr/>
        <p:txBody>
          <a:bodyPr/>
          <a:lstStyle/>
          <a:p>
            <a:r>
              <a:rPr lang="ru-RU" dirty="0"/>
              <a:t>Основные статистические характеристики</a:t>
            </a:r>
          </a:p>
        </p:txBody>
      </p:sp>
      <p:graphicFrame>
        <p:nvGraphicFramePr>
          <p:cNvPr id="5" name="Объект 4">
            <a:extLst>
              <a:ext uri="{FF2B5EF4-FFF2-40B4-BE49-F238E27FC236}">
                <a16:creationId xmlns:a16="http://schemas.microsoft.com/office/drawing/2014/main" id="{E801DCFD-1306-7690-95F0-D3C46CFB090C}"/>
              </a:ext>
            </a:extLst>
          </p:cNvPr>
          <p:cNvGraphicFramePr>
            <a:graphicFrameLocks noGrp="1"/>
          </p:cNvGraphicFramePr>
          <p:nvPr>
            <p:ph idx="1"/>
            <p:extLst>
              <p:ext uri="{D42A27DB-BD31-4B8C-83A1-F6EECF244321}">
                <p14:modId xmlns:p14="http://schemas.microsoft.com/office/powerpoint/2010/main" val="3644848383"/>
              </p:ext>
            </p:extLst>
          </p:nvPr>
        </p:nvGraphicFramePr>
        <p:xfrm>
          <a:off x="838200" y="1358781"/>
          <a:ext cx="10515600" cy="48181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Номер слайда 3">
            <a:extLst>
              <a:ext uri="{FF2B5EF4-FFF2-40B4-BE49-F238E27FC236}">
                <a16:creationId xmlns:a16="http://schemas.microsoft.com/office/drawing/2014/main" id="{CB7DEFB0-50DA-32E1-5E7D-064549535070}"/>
              </a:ext>
            </a:extLst>
          </p:cNvPr>
          <p:cNvSpPr>
            <a:spLocks noGrp="1"/>
          </p:cNvSpPr>
          <p:nvPr>
            <p:ph type="sldNum" sz="quarter" idx="12"/>
          </p:nvPr>
        </p:nvSpPr>
        <p:spPr/>
        <p:txBody>
          <a:bodyPr/>
          <a:lstStyle/>
          <a:p>
            <a:fld id="{81C5FB71-5E9C-41B5-9BB8-3F1EBEAEB16A}" type="slidenum">
              <a:rPr lang="ru-RU" smtClean="0"/>
              <a:t>4</a:t>
            </a:fld>
            <a:endParaRPr lang="ru-RU"/>
          </a:p>
        </p:txBody>
      </p:sp>
    </p:spTree>
    <p:extLst>
      <p:ext uri="{BB962C8B-B14F-4D97-AF65-F5344CB8AC3E}">
        <p14:creationId xmlns:p14="http://schemas.microsoft.com/office/powerpoint/2010/main" val="2986872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BD3A6A-5F3C-D868-EEDB-4D456B630D15}"/>
              </a:ext>
            </a:extLst>
          </p:cNvPr>
          <p:cNvSpPr>
            <a:spLocks noGrp="1"/>
          </p:cNvSpPr>
          <p:nvPr>
            <p:ph type="title"/>
          </p:nvPr>
        </p:nvSpPr>
        <p:spPr/>
        <p:txBody>
          <a:bodyPr/>
          <a:lstStyle/>
          <a:p>
            <a:r>
              <a:rPr lang="ru-RU" dirty="0"/>
              <a:t>Меры центральной тенденции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6D74A89-F6FD-7C68-EFC6-A570DBF51B90}"/>
                  </a:ext>
                </a:extLst>
              </p:cNvPr>
              <p:cNvSpPr>
                <a:spLocks noGrp="1"/>
              </p:cNvSpPr>
              <p:nvPr>
                <p:ph idx="1"/>
              </p:nvPr>
            </p:nvSpPr>
            <p:spPr/>
            <p:txBody>
              <a:bodyPr/>
              <a:lstStyle/>
              <a:p>
                <a:r>
                  <a:rPr lang="ru-RU" b="1" dirty="0"/>
                  <a:t>Мода</a:t>
                </a:r>
                <a:r>
                  <a:rPr lang="ru-RU" dirty="0"/>
                  <a:t> – наиболее часто встречающееся значение в ряду измерений. Ряд чисел может иметь более одной моды, а может не иметь моды совсем</a:t>
                </a:r>
              </a:p>
              <a:p>
                <a:r>
                  <a:rPr lang="ru-RU" b="1" dirty="0"/>
                  <a:t>Медиана</a:t>
                </a:r>
                <a:r>
                  <a:rPr lang="ru-RU" dirty="0"/>
                  <a:t> – серединное значение в упорядоченном ряду измерений </a:t>
                </a:r>
                <a:endParaRPr lang="en-US" b="0" i="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median</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r>
                                <a:rPr lang="en-US" i="1">
                                  <a:latin typeface="Cambria Math" panose="02040503050406030204" pitchFamily="18" charset="0"/>
                                </a:rPr>
                                <m:t>, </m:t>
                              </m:r>
                              <m:r>
                                <a:rPr lang="en-US" b="0" i="1" smtClean="0">
                                  <a:latin typeface="Cambria Math" panose="02040503050406030204" pitchFamily="18" charset="0"/>
                                </a:rPr>
                                <m:t> </m:t>
                              </m:r>
                              <m:r>
                                <a:rPr lang="ru-RU" i="1">
                                  <a:latin typeface="Cambria Math" panose="02040503050406030204" pitchFamily="18" charset="0"/>
                                </a:rPr>
                                <m:t>где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&lt;…&lt;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r>
                                    <a:rPr lang="en-US" i="1">
                                      <a:latin typeface="Cambria Math" panose="02040503050406030204" pitchFamily="18" charset="0"/>
                                    </a:rPr>
                                    <m:t>𝑛</m:t>
                                  </m:r>
                                  <m:r>
                                    <a:rPr lang="en-US" i="1">
                                      <a:latin typeface="Cambria Math" panose="02040503050406030204" pitchFamily="18" charset="0"/>
                                    </a:rPr>
                                    <m:t>−1</m:t>
                                  </m:r>
                                </m:sub>
                              </m:sSub>
                            </m:e>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Sub>
                                </m:num>
                                <m:den>
                                  <m:r>
                                    <a:rPr lang="en-US" b="0" i="1" smtClean="0">
                                      <a:latin typeface="Cambria Math" panose="02040503050406030204" pitchFamily="18" charset="0"/>
                                    </a:rPr>
                                    <m:t>2</m:t>
                                  </m:r>
                                </m:den>
                              </m:f>
                              <m:r>
                                <a:rPr lang="en-US" b="0" i="1" smtClean="0">
                                  <a:latin typeface="Cambria Math" panose="02040503050406030204" pitchFamily="18" charset="0"/>
                                </a:rPr>
                                <m:t>,  </m:t>
                              </m:r>
                              <m:r>
                                <a:rPr lang="ru-RU" b="0" i="1" smtClean="0">
                                  <a:latin typeface="Cambria Math" panose="02040503050406030204" pitchFamily="18" charset="0"/>
                                </a:rPr>
                                <m:t>где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&lt;…&lt;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r>
                                    <a:rPr lang="en-US" i="1">
                                      <a:latin typeface="Cambria Math" panose="02040503050406030204" pitchFamily="18" charset="0"/>
                                    </a:rPr>
                                    <m:t>𝑛</m:t>
                                  </m:r>
                                </m:sub>
                              </m:sSub>
                            </m:e>
                          </m:eqArr>
                        </m:e>
                      </m:d>
                    </m:oMath>
                  </m:oMathPara>
                </a14:m>
                <a:endParaRPr lang="ru-RU" dirty="0"/>
              </a:p>
              <a:p>
                <a:r>
                  <a:rPr lang="ru-RU" b="1" dirty="0"/>
                  <a:t>Среднее</a:t>
                </a:r>
                <a:r>
                  <a:rPr lang="ru-RU" dirty="0"/>
                  <a:t> (среднее арифметическое) – сумма всех значений в ряду измерений, разделенная на их общее количество </a:t>
                </a:r>
                <a14:m>
                  <m:oMath xmlns:m="http://schemas.openxmlformats.org/officeDocument/2006/math">
                    <m:r>
                      <a:rPr lang="ru-RU" b="0" i="1" smtClean="0">
                        <a:latin typeface="Cambria Math" panose="02040503050406030204" pitchFamily="18" charset="0"/>
                      </a:rPr>
                      <m:t>𝜇</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nary>
                  </m:oMath>
                </a14:m>
                <a:endParaRPr lang="ru-RU" dirty="0"/>
              </a:p>
            </p:txBody>
          </p:sp>
        </mc:Choice>
        <mc:Fallback xmlns="">
          <p:sp>
            <p:nvSpPr>
              <p:cNvPr id="3" name="Объект 2">
                <a:extLst>
                  <a:ext uri="{FF2B5EF4-FFF2-40B4-BE49-F238E27FC236}">
                    <a16:creationId xmlns:a16="http://schemas.microsoft.com/office/drawing/2014/main" id="{D6D74A89-F6FD-7C68-EFC6-A570DBF51B90}"/>
                  </a:ext>
                </a:extLst>
              </p:cNvPr>
              <p:cNvSpPr>
                <a:spLocks noGrp="1" noRot="1" noChangeAspect="1" noMove="1" noResize="1" noEditPoints="1" noAdjustHandles="1" noChangeArrowheads="1" noChangeShapeType="1" noTextEdit="1"/>
              </p:cNvSpPr>
              <p:nvPr>
                <p:ph idx="1"/>
              </p:nvPr>
            </p:nvSpPr>
            <p:spPr>
              <a:blipFill>
                <a:blip r:embed="rId2"/>
                <a:stretch>
                  <a:fillRect l="-1043" t="-2152" r="-1507"/>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857658B1-4CF7-36DC-E4FB-4E63C2D2E48D}"/>
              </a:ext>
            </a:extLst>
          </p:cNvPr>
          <p:cNvSpPr>
            <a:spLocks noGrp="1"/>
          </p:cNvSpPr>
          <p:nvPr>
            <p:ph type="sldNum" sz="quarter" idx="12"/>
          </p:nvPr>
        </p:nvSpPr>
        <p:spPr/>
        <p:txBody>
          <a:bodyPr/>
          <a:lstStyle/>
          <a:p>
            <a:fld id="{81C5FB71-5E9C-41B5-9BB8-3F1EBEAEB16A}" type="slidenum">
              <a:rPr lang="ru-RU" smtClean="0"/>
              <a:t>5</a:t>
            </a:fld>
            <a:endParaRPr lang="ru-RU"/>
          </a:p>
        </p:txBody>
      </p:sp>
    </p:spTree>
    <p:extLst>
      <p:ext uri="{BB962C8B-B14F-4D97-AF65-F5344CB8AC3E}">
        <p14:creationId xmlns:p14="http://schemas.microsoft.com/office/powerpoint/2010/main" val="3401852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00319D-80E8-01A1-4D8E-C9A9A13F7A8D}"/>
              </a:ext>
            </a:extLst>
          </p:cNvPr>
          <p:cNvSpPr>
            <a:spLocks noGrp="1"/>
          </p:cNvSpPr>
          <p:nvPr>
            <p:ph type="title"/>
          </p:nvPr>
        </p:nvSpPr>
        <p:spPr/>
        <p:txBody>
          <a:bodyPr/>
          <a:lstStyle/>
          <a:p>
            <a:r>
              <a:rPr lang="ru-RU" dirty="0"/>
              <a:t>Меры изменчивости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64576A46-8819-5A9D-B0DF-AC0C2ACFDB56}"/>
                  </a:ext>
                </a:extLst>
              </p:cNvPr>
              <p:cNvSpPr>
                <a:spLocks noGrp="1"/>
              </p:cNvSpPr>
              <p:nvPr>
                <p:ph idx="1"/>
              </p:nvPr>
            </p:nvSpPr>
            <p:spPr/>
            <p:txBody>
              <a:bodyPr>
                <a:normAutofit lnSpcReduction="10000"/>
              </a:bodyPr>
              <a:lstStyle/>
              <a:p>
                <a:r>
                  <a:rPr lang="ru-RU" b="1" dirty="0"/>
                  <a:t>Размах</a:t>
                </a:r>
                <a:r>
                  <a:rPr lang="ru-RU" dirty="0"/>
                  <a:t> – разность между наибольшим и наименьшим наблюденными значениями в ряду измерений</a:t>
                </a: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𝑟𝑎𝑛𝑔𝑒</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func>
                      <m:r>
                        <a:rPr lang="en-US" b="0" i="1" smtClean="0">
                          <a:latin typeface="Cambria Math" panose="02040503050406030204" pitchFamily="18" charset="0"/>
                        </a:rPr>
                        <m:t>−</m:t>
                      </m:r>
                      <m:r>
                        <m:rPr>
                          <m:sty m:val="p"/>
                        </m:rPr>
                        <a:rPr lang="en-US" b="0" i="0" smtClean="0">
                          <a:latin typeface="Cambria Math" panose="02040503050406030204" pitchFamily="18" charset="0"/>
                        </a:rPr>
                        <m:t>min</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ru-RU" dirty="0"/>
              </a:p>
              <a:p>
                <a:r>
                  <a:rPr lang="ru-RU" b="1" dirty="0"/>
                  <a:t>Среднеквадратическое отклонение </a:t>
                </a:r>
                <a:r>
                  <a:rPr lang="ru-RU" dirty="0"/>
                  <a:t>– </a:t>
                </a:r>
                <a:r>
                  <a:rPr lang="en-US" dirty="0"/>
                  <a:t>“</a:t>
                </a:r>
                <a:r>
                  <a:rPr lang="ru-RU" dirty="0"/>
                  <a:t>средний</a:t>
                </a:r>
                <a:r>
                  <a:rPr lang="en-US" dirty="0"/>
                  <a:t>”</a:t>
                </a:r>
                <a:r>
                  <a:rPr lang="ru-RU" dirty="0"/>
                  <a:t>  разброс значений переменной относительно ее среднего арифметического</a:t>
                </a:r>
                <a:endParaRPr lang="en-US" dirty="0"/>
              </a:p>
              <a:p>
                <a:r>
                  <a:rPr lang="ru-RU" b="1" dirty="0"/>
                  <a:t>Дисперсия</a:t>
                </a:r>
                <a:r>
                  <a:rPr lang="ru-RU" dirty="0"/>
                  <a:t> – отношение суммы квадратов отклонений от среднего арифметического к величине (n–1), n – общее число измерений</a:t>
                </a: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m:t>
                      </m:r>
                      <m:rad>
                        <m:radPr>
                          <m:degHide m:val="on"/>
                          <m:ctrlPr>
                            <a:rPr lang="ru-RU" b="0" i="1" smtClean="0">
                              <a:latin typeface="Cambria Math" panose="02040503050406030204" pitchFamily="18" charset="0"/>
                            </a:rPr>
                          </m:ctrlPr>
                        </m:radPr>
                        <m:deg/>
                        <m:e>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e>
                              </m:nary>
                            </m:num>
                            <m:den>
                              <m:r>
                                <a:rPr lang="en-US" b="0" i="1" smtClean="0">
                                  <a:latin typeface="Cambria Math" panose="02040503050406030204" pitchFamily="18" charset="0"/>
                                </a:rPr>
                                <m:t>𝑛</m:t>
                              </m:r>
                              <m:r>
                                <a:rPr lang="en-US" b="0" i="1" smtClean="0">
                                  <a:latin typeface="Cambria Math" panose="02040503050406030204" pitchFamily="18" charset="0"/>
                                </a:rPr>
                                <m:t>−1</m:t>
                              </m:r>
                            </m:den>
                          </m:f>
                        </m:e>
                      </m:rad>
                      <m:r>
                        <a:rPr lang="en-US" b="0" i="1" smtClean="0">
                          <a:latin typeface="Cambria Math" panose="02040503050406030204" pitchFamily="18" charset="0"/>
                        </a:rPr>
                        <m:t>,   </m:t>
                      </m:r>
                      <m:r>
                        <a:rPr lang="en-US" b="0" i="1" smtClean="0">
                          <a:latin typeface="Cambria Math" panose="02040503050406030204" pitchFamily="18" charset="0"/>
                        </a:rPr>
                        <m:t>𝐷</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oMath>
                  </m:oMathPara>
                </a14:m>
                <a:endParaRPr lang="ru-RU" dirty="0"/>
              </a:p>
            </p:txBody>
          </p:sp>
        </mc:Choice>
        <mc:Fallback xmlns="">
          <p:sp>
            <p:nvSpPr>
              <p:cNvPr id="3" name="Объект 2">
                <a:extLst>
                  <a:ext uri="{FF2B5EF4-FFF2-40B4-BE49-F238E27FC236}">
                    <a16:creationId xmlns:a16="http://schemas.microsoft.com/office/drawing/2014/main" id="{64576A46-8819-5A9D-B0DF-AC0C2ACFDB56}"/>
                  </a:ext>
                </a:extLst>
              </p:cNvPr>
              <p:cNvSpPr>
                <a:spLocks noGrp="1" noRot="1" noChangeAspect="1" noMove="1" noResize="1" noEditPoints="1" noAdjustHandles="1" noChangeArrowheads="1" noChangeShapeType="1" noTextEdit="1"/>
              </p:cNvSpPr>
              <p:nvPr>
                <p:ph idx="1"/>
              </p:nvPr>
            </p:nvSpPr>
            <p:spPr>
              <a:blipFill>
                <a:blip r:embed="rId2"/>
                <a:stretch>
                  <a:fillRect l="-1043" t="-291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7C419383-9274-2D8A-55CC-A6E97F989C3D}"/>
              </a:ext>
            </a:extLst>
          </p:cNvPr>
          <p:cNvSpPr>
            <a:spLocks noGrp="1"/>
          </p:cNvSpPr>
          <p:nvPr>
            <p:ph type="sldNum" sz="quarter" idx="12"/>
          </p:nvPr>
        </p:nvSpPr>
        <p:spPr/>
        <p:txBody>
          <a:bodyPr/>
          <a:lstStyle/>
          <a:p>
            <a:fld id="{81C5FB71-5E9C-41B5-9BB8-3F1EBEAEB16A}" type="slidenum">
              <a:rPr lang="ru-RU" smtClean="0"/>
              <a:t>6</a:t>
            </a:fld>
            <a:endParaRPr lang="ru-RU"/>
          </a:p>
        </p:txBody>
      </p:sp>
    </p:spTree>
    <p:extLst>
      <p:ext uri="{BB962C8B-B14F-4D97-AF65-F5344CB8AC3E}">
        <p14:creationId xmlns:p14="http://schemas.microsoft.com/office/powerpoint/2010/main" val="684827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07388F-243B-5E20-02B0-C96C478EA907}"/>
              </a:ext>
            </a:extLst>
          </p:cNvPr>
          <p:cNvSpPr>
            <a:spLocks noGrp="1"/>
          </p:cNvSpPr>
          <p:nvPr>
            <p:ph type="title"/>
          </p:nvPr>
        </p:nvSpPr>
        <p:spPr/>
        <p:txBody>
          <a:bodyPr/>
          <a:lstStyle/>
          <a:p>
            <a:r>
              <a:rPr lang="ru-RU" dirty="0" err="1"/>
              <a:t>Межквартильный</a:t>
            </a:r>
            <a:r>
              <a:rPr lang="ru-RU" dirty="0"/>
              <a:t> размах</a:t>
            </a:r>
          </a:p>
        </p:txBody>
      </p:sp>
      <p:sp>
        <p:nvSpPr>
          <p:cNvPr id="3" name="Объект 2">
            <a:extLst>
              <a:ext uri="{FF2B5EF4-FFF2-40B4-BE49-F238E27FC236}">
                <a16:creationId xmlns:a16="http://schemas.microsoft.com/office/drawing/2014/main" id="{CE4FEF19-0540-E3C4-1787-FA714DC0F301}"/>
              </a:ext>
            </a:extLst>
          </p:cNvPr>
          <p:cNvSpPr>
            <a:spLocks noGrp="1"/>
          </p:cNvSpPr>
          <p:nvPr>
            <p:ph idx="1"/>
          </p:nvPr>
        </p:nvSpPr>
        <p:spPr/>
        <p:txBody>
          <a:bodyPr/>
          <a:lstStyle/>
          <a:p>
            <a:pPr marL="0" indent="0">
              <a:buNone/>
            </a:pPr>
            <a:r>
              <a:rPr lang="ru-RU" b="1" dirty="0"/>
              <a:t>Квантиль</a:t>
            </a:r>
            <a:r>
              <a:rPr lang="ru-RU" dirty="0"/>
              <a:t> – значение, которое заданная случайная величина не превышает с фиксированной вероятностью</a:t>
            </a:r>
          </a:p>
          <a:p>
            <a:pPr marL="0" indent="0">
              <a:buNone/>
            </a:pPr>
            <a:r>
              <a:rPr lang="ru-RU" dirty="0"/>
              <a:t>Вероятность в процентах - процентиль или перцентиль</a:t>
            </a:r>
          </a:p>
          <a:p>
            <a:pPr marL="0" indent="0">
              <a:buNone/>
            </a:pPr>
            <a:r>
              <a:rPr lang="ru-RU" b="1" dirty="0"/>
              <a:t>Принятые квартили:</a:t>
            </a:r>
          </a:p>
          <a:p>
            <a:r>
              <a:rPr lang="ru-RU" dirty="0"/>
              <a:t>0,25-квантиль - первый квартиль </a:t>
            </a:r>
          </a:p>
          <a:p>
            <a:r>
              <a:rPr lang="ru-RU" dirty="0"/>
              <a:t>0,5-квантиль - медиана </a:t>
            </a:r>
          </a:p>
          <a:p>
            <a:r>
              <a:rPr lang="ru-RU" dirty="0"/>
              <a:t>0,75-квантиль - третий квартиль</a:t>
            </a:r>
          </a:p>
          <a:p>
            <a:pPr marL="0" indent="0">
              <a:buNone/>
            </a:pPr>
            <a:r>
              <a:rPr lang="ru-RU" b="1" dirty="0" err="1"/>
              <a:t>Межквартильный</a:t>
            </a:r>
            <a:r>
              <a:rPr lang="ru-RU" dirty="0"/>
              <a:t> (</a:t>
            </a:r>
            <a:r>
              <a:rPr lang="ru-RU" dirty="0" err="1"/>
              <a:t>интерквартильный</a:t>
            </a:r>
            <a:r>
              <a:rPr lang="ru-RU" dirty="0"/>
              <a:t> размах) </a:t>
            </a:r>
            <a:r>
              <a:rPr lang="en-US" dirty="0"/>
              <a:t>IQR</a:t>
            </a:r>
            <a:r>
              <a:rPr lang="ru-RU" dirty="0"/>
              <a:t> – разность между третьим и первым квартилями</a:t>
            </a:r>
          </a:p>
        </p:txBody>
      </p:sp>
      <p:sp>
        <p:nvSpPr>
          <p:cNvPr id="4" name="Номер слайда 3">
            <a:extLst>
              <a:ext uri="{FF2B5EF4-FFF2-40B4-BE49-F238E27FC236}">
                <a16:creationId xmlns:a16="http://schemas.microsoft.com/office/drawing/2014/main" id="{68175CE5-5461-DEAA-0A2D-B5171B8A5BC1}"/>
              </a:ext>
            </a:extLst>
          </p:cNvPr>
          <p:cNvSpPr>
            <a:spLocks noGrp="1"/>
          </p:cNvSpPr>
          <p:nvPr>
            <p:ph type="sldNum" sz="quarter" idx="12"/>
          </p:nvPr>
        </p:nvSpPr>
        <p:spPr/>
        <p:txBody>
          <a:bodyPr/>
          <a:lstStyle/>
          <a:p>
            <a:fld id="{81C5FB71-5E9C-41B5-9BB8-3F1EBEAEB16A}" type="slidenum">
              <a:rPr lang="ru-RU" smtClean="0"/>
              <a:t>7</a:t>
            </a:fld>
            <a:endParaRPr lang="ru-RU"/>
          </a:p>
        </p:txBody>
      </p:sp>
    </p:spTree>
    <p:extLst>
      <p:ext uri="{BB962C8B-B14F-4D97-AF65-F5344CB8AC3E}">
        <p14:creationId xmlns:p14="http://schemas.microsoft.com/office/powerpoint/2010/main" val="225820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488EA5-9DC3-AFFC-16C6-6EE9E199B154}"/>
              </a:ext>
            </a:extLst>
          </p:cNvPr>
          <p:cNvSpPr>
            <a:spLocks noGrp="1"/>
          </p:cNvSpPr>
          <p:nvPr>
            <p:ph type="title"/>
          </p:nvPr>
        </p:nvSpPr>
        <p:spPr/>
        <p:txBody>
          <a:bodyPr/>
          <a:lstStyle/>
          <a:p>
            <a:r>
              <a:rPr lang="ru-RU" dirty="0" err="1"/>
              <a:t>Межквартильный</a:t>
            </a:r>
            <a:r>
              <a:rPr lang="ru-RU" dirty="0"/>
              <a:t> размах</a:t>
            </a:r>
          </a:p>
        </p:txBody>
      </p:sp>
      <p:sp>
        <p:nvSpPr>
          <p:cNvPr id="4" name="Номер слайда 3">
            <a:extLst>
              <a:ext uri="{FF2B5EF4-FFF2-40B4-BE49-F238E27FC236}">
                <a16:creationId xmlns:a16="http://schemas.microsoft.com/office/drawing/2014/main" id="{9ADB4279-0363-3F9D-EDA7-6BBD7C849863}"/>
              </a:ext>
            </a:extLst>
          </p:cNvPr>
          <p:cNvSpPr>
            <a:spLocks noGrp="1"/>
          </p:cNvSpPr>
          <p:nvPr>
            <p:ph type="sldNum" sz="quarter" idx="12"/>
          </p:nvPr>
        </p:nvSpPr>
        <p:spPr/>
        <p:txBody>
          <a:bodyPr/>
          <a:lstStyle/>
          <a:p>
            <a:fld id="{81C5FB71-5E9C-41B5-9BB8-3F1EBEAEB16A}" type="slidenum">
              <a:rPr lang="ru-RU" smtClean="0"/>
              <a:t>8</a:t>
            </a:fld>
            <a:endParaRPr lang="ru-RU"/>
          </a:p>
        </p:txBody>
      </p:sp>
      <p:pic>
        <p:nvPicPr>
          <p:cNvPr id="5" name="Picture 6" descr="Picture background">
            <a:extLst>
              <a:ext uri="{FF2B5EF4-FFF2-40B4-BE49-F238E27FC236}">
                <a16:creationId xmlns:a16="http://schemas.microsoft.com/office/drawing/2014/main" id="{132A1B42-D4C9-C1FA-7056-702665408B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33482" y="1389361"/>
            <a:ext cx="4725036" cy="5149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678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8488F4-CBB1-B639-5D75-E85B8FC0E959}"/>
              </a:ext>
            </a:extLst>
          </p:cNvPr>
          <p:cNvSpPr>
            <a:spLocks noGrp="1"/>
          </p:cNvSpPr>
          <p:nvPr>
            <p:ph type="title"/>
          </p:nvPr>
        </p:nvSpPr>
        <p:spPr/>
        <p:txBody>
          <a:bodyPr/>
          <a:lstStyle/>
          <a:p>
            <a:r>
              <a:rPr lang="ru-RU" dirty="0"/>
              <a:t>Анализ категорийных данных</a:t>
            </a:r>
          </a:p>
        </p:txBody>
      </p:sp>
      <p:sp>
        <p:nvSpPr>
          <p:cNvPr id="3" name="Объект 2">
            <a:extLst>
              <a:ext uri="{FF2B5EF4-FFF2-40B4-BE49-F238E27FC236}">
                <a16:creationId xmlns:a16="http://schemas.microsoft.com/office/drawing/2014/main" id="{8B84E300-932F-AEBC-AABB-2510120A5F81}"/>
              </a:ext>
            </a:extLst>
          </p:cNvPr>
          <p:cNvSpPr>
            <a:spLocks noGrp="1"/>
          </p:cNvSpPr>
          <p:nvPr>
            <p:ph idx="1"/>
          </p:nvPr>
        </p:nvSpPr>
        <p:spPr/>
        <p:txBody>
          <a:bodyPr/>
          <a:lstStyle/>
          <a:p>
            <a:pPr marL="0" indent="0">
              <a:buNone/>
            </a:pPr>
            <a:r>
              <a:rPr lang="ru-RU" b="1" dirty="0"/>
              <a:t>Категорийные данные</a:t>
            </a:r>
            <a:r>
              <a:rPr lang="ru-RU" dirty="0"/>
              <a:t> – качественные характеристики объектов, измеренные в шкале наименований.</a:t>
            </a:r>
          </a:p>
          <a:p>
            <a:r>
              <a:rPr lang="ru-RU" dirty="0"/>
              <a:t>не могут быть упорядочены в пространстве </a:t>
            </a:r>
          </a:p>
          <a:p>
            <a:r>
              <a:rPr lang="ru-RU" dirty="0"/>
              <a:t>не подлежат измерению </a:t>
            </a:r>
          </a:p>
          <a:p>
            <a:r>
              <a:rPr lang="ru-RU" dirty="0"/>
              <a:t>можно оценить частоту встречаемости </a:t>
            </a:r>
          </a:p>
          <a:p>
            <a:pPr marL="0" indent="0">
              <a:buNone/>
            </a:pPr>
            <a:r>
              <a:rPr lang="ru-RU" b="1" dirty="0"/>
              <a:t>Примеры категориальных данных</a:t>
            </a:r>
          </a:p>
          <a:p>
            <a:r>
              <a:rPr lang="ru-RU" dirty="0"/>
              <a:t>Наименования стран, городов, школ</a:t>
            </a:r>
          </a:p>
          <a:p>
            <a:r>
              <a:rPr lang="ru-RU" dirty="0"/>
              <a:t>Группы товаров, жанры медиа-контента </a:t>
            </a:r>
          </a:p>
        </p:txBody>
      </p:sp>
      <p:sp>
        <p:nvSpPr>
          <p:cNvPr id="4" name="Номер слайда 3">
            <a:extLst>
              <a:ext uri="{FF2B5EF4-FFF2-40B4-BE49-F238E27FC236}">
                <a16:creationId xmlns:a16="http://schemas.microsoft.com/office/drawing/2014/main" id="{2EE78F0F-C47E-325D-EBF5-CC20A824F898}"/>
              </a:ext>
            </a:extLst>
          </p:cNvPr>
          <p:cNvSpPr>
            <a:spLocks noGrp="1"/>
          </p:cNvSpPr>
          <p:nvPr>
            <p:ph type="sldNum" sz="quarter" idx="12"/>
          </p:nvPr>
        </p:nvSpPr>
        <p:spPr/>
        <p:txBody>
          <a:bodyPr/>
          <a:lstStyle/>
          <a:p>
            <a:fld id="{81C5FB71-5E9C-41B5-9BB8-3F1EBEAEB16A}" type="slidenum">
              <a:rPr lang="ru-RU" smtClean="0"/>
              <a:t>9</a:t>
            </a:fld>
            <a:endParaRPr lang="ru-RU"/>
          </a:p>
        </p:txBody>
      </p:sp>
    </p:spTree>
    <p:extLst>
      <p:ext uri="{BB962C8B-B14F-4D97-AF65-F5344CB8AC3E}">
        <p14:creationId xmlns:p14="http://schemas.microsoft.com/office/powerpoint/2010/main" val="403529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7BFEE8-8F37-4EE0-56A3-7AB0093D7ABA}"/>
              </a:ext>
            </a:extLst>
          </p:cNvPr>
          <p:cNvSpPr>
            <a:spLocks noGrp="1"/>
          </p:cNvSpPr>
          <p:nvPr>
            <p:ph type="title"/>
          </p:nvPr>
        </p:nvSpPr>
        <p:spPr/>
        <p:txBody>
          <a:bodyPr/>
          <a:lstStyle/>
          <a:p>
            <a:r>
              <a:rPr lang="ru-RU" dirty="0"/>
              <a:t>Распределения вероятностей</a:t>
            </a:r>
          </a:p>
        </p:txBody>
      </p:sp>
      <mc:AlternateContent xmlns:mc="http://schemas.openxmlformats.org/markup-compatibility/2006" xmlns:a14="http://schemas.microsoft.com/office/drawing/2010/main">
        <mc:Choice Requires="a14">
          <p:graphicFrame>
            <p:nvGraphicFramePr>
              <p:cNvPr id="5" name="Объект 4">
                <a:extLst>
                  <a:ext uri="{FF2B5EF4-FFF2-40B4-BE49-F238E27FC236}">
                    <a16:creationId xmlns:a16="http://schemas.microsoft.com/office/drawing/2014/main" id="{826DB933-596E-8859-C85E-573C2E39ABCF}"/>
                  </a:ext>
                </a:extLst>
              </p:cNvPr>
              <p:cNvGraphicFramePr>
                <a:graphicFrameLocks noGrp="1"/>
              </p:cNvGraphicFramePr>
              <p:nvPr>
                <p:ph idx="1"/>
                <p:extLst>
                  <p:ext uri="{D42A27DB-BD31-4B8C-83A1-F6EECF244321}">
                    <p14:modId xmlns:p14="http://schemas.microsoft.com/office/powerpoint/2010/main" val="2988451627"/>
                  </p:ext>
                </p:extLst>
              </p:nvPr>
            </p:nvGraphicFramePr>
            <p:xfrm>
              <a:off x="838200" y="1358900"/>
              <a:ext cx="10515597" cy="4914579"/>
            </p:xfrm>
            <a:graphic>
              <a:graphicData uri="http://schemas.openxmlformats.org/drawingml/2006/table">
                <a:tbl>
                  <a:tblPr firstRow="1" bandRow="1">
                    <a:tableStyleId>{2D5ABB26-0587-4C30-8999-92F81FD0307C}</a:tableStyleId>
                  </a:tblPr>
                  <a:tblGrid>
                    <a:gridCol w="3505199">
                      <a:extLst>
                        <a:ext uri="{9D8B030D-6E8A-4147-A177-3AD203B41FA5}">
                          <a16:colId xmlns:a16="http://schemas.microsoft.com/office/drawing/2014/main" val="2647579711"/>
                        </a:ext>
                      </a:extLst>
                    </a:gridCol>
                    <a:gridCol w="3505199">
                      <a:extLst>
                        <a:ext uri="{9D8B030D-6E8A-4147-A177-3AD203B41FA5}">
                          <a16:colId xmlns:a16="http://schemas.microsoft.com/office/drawing/2014/main" val="119042186"/>
                        </a:ext>
                      </a:extLst>
                    </a:gridCol>
                    <a:gridCol w="3505199">
                      <a:extLst>
                        <a:ext uri="{9D8B030D-6E8A-4147-A177-3AD203B41FA5}">
                          <a16:colId xmlns:a16="http://schemas.microsoft.com/office/drawing/2014/main" val="2602478699"/>
                        </a:ext>
                      </a:extLst>
                    </a:gridCol>
                  </a:tblGrid>
                  <a:tr h="1638193">
                    <a:tc>
                      <a:txBody>
                        <a:bodyPr/>
                        <a:lstStyle/>
                        <a:p>
                          <a:pPr algn="ctr"/>
                          <a:r>
                            <a:rPr lang="ru-RU" b="1" dirty="0"/>
                            <a:t>Нормальное </a:t>
                          </a:r>
                          <a:endParaRPr lang="en-US" b="1" dirty="0"/>
                        </a:p>
                        <a:p>
                          <a:pPr algn="ctr"/>
                          <a:endParaRPr lang="ru-RU" b="1" dirty="0"/>
                        </a:p>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𝑵</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𝝁</m:t>
                                    </m:r>
                                    <m:r>
                                      <a:rPr lang="en-US" b="1" i="1" smtClean="0">
                                        <a:latin typeface="Cambria Math" panose="02040503050406030204" pitchFamily="18" charset="0"/>
                                      </a:rPr>
                                      <m:t>,</m:t>
                                    </m:r>
                                    <m:r>
                                      <a:rPr lang="en-US" b="1" i="1" smtClean="0">
                                        <a:latin typeface="Cambria Math" panose="02040503050406030204" pitchFamily="18" charset="0"/>
                                      </a:rPr>
                                      <m:t>𝝈</m:t>
                                    </m:r>
                                  </m:e>
                                </m:d>
                                <m:r>
                                  <a:rPr lang="en-US" b="1" i="1" smtClean="0">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rad>
                                      <m:radPr>
                                        <m:degHide m:val="on"/>
                                        <m:ctrlPr>
                                          <a:rPr lang="en-US" b="1" i="1" smtClean="0">
                                            <a:latin typeface="Cambria Math" panose="02040503050406030204" pitchFamily="18" charset="0"/>
                                          </a:rPr>
                                        </m:ctrlPr>
                                      </m:radPr>
                                      <m:deg/>
                                      <m:e>
                                        <m:r>
                                          <a:rPr lang="en-US" b="1" i="1" smtClean="0">
                                            <a:latin typeface="Cambria Math" panose="02040503050406030204" pitchFamily="18" charset="0"/>
                                          </a:rPr>
                                          <m:t>𝟐</m:t>
                                        </m:r>
                                        <m:r>
                                          <a:rPr lang="en-US" b="1" i="1" smtClean="0">
                                            <a:latin typeface="Cambria Math" panose="02040503050406030204" pitchFamily="18" charset="0"/>
                                          </a:rPr>
                                          <m:t>𝝅</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𝝈</m:t>
                                            </m:r>
                                          </m:e>
                                          <m:sup>
                                            <m:r>
                                              <a:rPr lang="en-US" b="1" i="1" smtClean="0">
                                                <a:latin typeface="Cambria Math" panose="02040503050406030204" pitchFamily="18" charset="0"/>
                                              </a:rPr>
                                              <m:t>𝟐</m:t>
                                            </m:r>
                                          </m:sup>
                                        </m:sSup>
                                      </m:e>
                                    </m:rad>
                                  </m:den>
                                </m:f>
                                <m:r>
                                  <a:rPr lang="en-US" b="1" i="1" smtClean="0">
                                    <a:latin typeface="Cambria Math" panose="02040503050406030204" pitchFamily="18" charset="0"/>
                                  </a:rPr>
                                  <m:t>𝒆𝒙𝒑</m:t>
                                </m:r>
                                <m:d>
                                  <m:dPr>
                                    <m:ctrlPr>
                                      <a:rPr lang="en-US" b="1" i="1" smtClean="0">
                                        <a:latin typeface="Cambria Math" panose="02040503050406030204" pitchFamily="18" charset="0"/>
                                      </a:rPr>
                                    </m:ctrlPr>
                                  </m:dPr>
                                  <m:e>
                                    <m:r>
                                      <a:rPr lang="en-US" b="1" i="1" smtClean="0">
                                        <a:latin typeface="Cambria Math" panose="02040503050406030204" pitchFamily="18" charset="0"/>
                                      </a:rPr>
                                      <m:t>−</m:t>
                                    </m:r>
                                    <m:f>
                                      <m:fPr>
                                        <m:ctrlPr>
                                          <a:rPr lang="en-US" b="1" i="1" smtClean="0">
                                            <a:latin typeface="Cambria Math" panose="02040503050406030204" pitchFamily="18" charset="0"/>
                                          </a:rPr>
                                        </m:ctrlPr>
                                      </m:fPr>
                                      <m:num>
                                        <m:sSup>
                                          <m:sSupPr>
                                            <m:ctrlPr>
                                              <a:rPr lang="en-US" b="1" i="1" smtClean="0">
                                                <a:latin typeface="Cambria Math" panose="02040503050406030204" pitchFamily="18" charset="0"/>
                                              </a:rPr>
                                            </m:ctrlPr>
                                          </m:sSupPr>
                                          <m:e>
                                            <m:d>
                                              <m:dPr>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𝝁</m:t>
                                                </m:r>
                                              </m:e>
                                            </m:d>
                                          </m:e>
                                          <m:sup>
                                            <m:r>
                                              <a:rPr lang="en-US" b="1" i="1" smtClean="0">
                                                <a:latin typeface="Cambria Math" panose="02040503050406030204" pitchFamily="18" charset="0"/>
                                              </a:rPr>
                                              <m:t>𝟐</m:t>
                                            </m:r>
                                          </m:sup>
                                        </m:sSup>
                                      </m:num>
                                      <m:den>
                                        <m:r>
                                          <a:rPr lang="en-US" b="1" i="1" smtClean="0">
                                            <a:latin typeface="Cambria Math" panose="02040503050406030204" pitchFamily="18" charset="0"/>
                                          </a:rPr>
                                          <m:t>𝟐</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𝝈</m:t>
                                            </m:r>
                                          </m:e>
                                          <m:sup>
                                            <m:r>
                                              <a:rPr lang="en-US" b="1" i="1" smtClean="0">
                                                <a:latin typeface="Cambria Math" panose="02040503050406030204" pitchFamily="18" charset="0"/>
                                              </a:rPr>
                                              <m:t>𝟐</m:t>
                                            </m:r>
                                          </m:sup>
                                        </m:sSup>
                                      </m:den>
                                    </m:f>
                                  </m:e>
                                </m:d>
                              </m:oMath>
                            </m:oMathPara>
                          </a14:m>
                          <a:endParaRPr lang="ru-RU" b="1"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ru-RU" b="1" dirty="0"/>
                            <a:t>Равномерное</a:t>
                          </a:r>
                          <a:endParaRPr lang="en-US" b="1" dirty="0"/>
                        </a:p>
                        <a:p>
                          <a:pPr algn="ctr"/>
                          <a:endParaRPr lang="en-US" b="1" dirty="0"/>
                        </a:p>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𝑼</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m:t>
                                </m:r>
                                <m:d>
                                  <m:dPr>
                                    <m:begChr m:val="{"/>
                                    <m:endChr m:val=""/>
                                    <m:ctrlPr>
                                      <a:rPr lang="en-US" b="1" i="1" smtClean="0">
                                        <a:latin typeface="Cambria Math" panose="02040503050406030204" pitchFamily="18" charset="0"/>
                                      </a:rPr>
                                    </m:ctrlPr>
                                  </m:dPr>
                                  <m:e>
                                    <m:eqArr>
                                      <m:eqArrPr>
                                        <m:ctrlPr>
                                          <a:rPr lang="en-US" b="1" i="1" smtClean="0">
                                            <a:latin typeface="Cambria Math" panose="02040503050406030204" pitchFamily="18" charset="0"/>
                                          </a:rPr>
                                        </m:ctrlPr>
                                      </m:eqArrPr>
                                      <m:e>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r>
                                              <a:rPr lang="en-US" b="1" i="1" smtClean="0">
                                                <a:latin typeface="Cambria Math" panose="02040503050406030204" pitchFamily="18" charset="0"/>
                                              </a:rPr>
                                              <m:t>𝒃</m:t>
                                            </m:r>
                                            <m:r>
                                              <a:rPr lang="en-US" b="1" i="1" smtClean="0">
                                                <a:latin typeface="Cambria Math" panose="02040503050406030204" pitchFamily="18" charset="0"/>
                                              </a:rPr>
                                              <m:t>−</m:t>
                                            </m:r>
                                            <m:r>
                                              <a:rPr lang="en-US" b="1" i="1" smtClean="0">
                                                <a:latin typeface="Cambria Math" panose="02040503050406030204" pitchFamily="18" charset="0"/>
                                              </a:rPr>
                                              <m:t>𝒂</m:t>
                                            </m:r>
                                          </m:den>
                                        </m:f>
                                        <m:r>
                                          <a:rPr lang="en-US" b="1" i="1" smtClean="0">
                                            <a:latin typeface="Cambria Math" panose="02040503050406030204" pitchFamily="18" charset="0"/>
                                          </a:rPr>
                                          <m:t>, </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𝒂</m:t>
                                        </m:r>
                                        <m:r>
                                          <a:rPr lang="en-US" b="1" i="1" smtClean="0">
                                            <a:latin typeface="Cambria Math" panose="02040503050406030204" pitchFamily="18" charset="0"/>
                                          </a:rPr>
                                          <m:t>, </m:t>
                                        </m:r>
                                        <m:r>
                                          <a:rPr lang="en-US" b="1" i="1" smtClean="0">
                                            <a:latin typeface="Cambria Math" panose="02040503050406030204" pitchFamily="18" charset="0"/>
                                          </a:rPr>
                                          <m:t>𝒃</m:t>
                                        </m:r>
                                        <m:r>
                                          <a:rPr lang="en-US" b="1" i="1" smtClean="0">
                                            <a:latin typeface="Cambria Math" panose="02040503050406030204" pitchFamily="18" charset="0"/>
                                          </a:rPr>
                                          <m:t>]</m:t>
                                        </m:r>
                                      </m:e>
                                      <m:e>
                                        <m:r>
                                          <a:rPr lang="en-US" b="1" i="1" smtClean="0">
                                            <a:latin typeface="Cambria Math" panose="02040503050406030204" pitchFamily="18" charset="0"/>
                                          </a:rPr>
                                          <m:t>𝟎</m:t>
                                        </m:r>
                                        <m:r>
                                          <a:rPr lang="en-US" b="1" i="1" smtClean="0">
                                            <a:latin typeface="Cambria Math" panose="02040503050406030204" pitchFamily="18" charset="0"/>
                                          </a:rPr>
                                          <m:t>, </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𝒂</m:t>
                                        </m:r>
                                        <m:r>
                                          <a:rPr lang="en-US" b="1" i="1" smtClean="0">
                                            <a:latin typeface="Cambria Math" panose="02040503050406030204" pitchFamily="18" charset="0"/>
                                          </a:rPr>
                                          <m:t>,</m:t>
                                        </m:r>
                                        <m:r>
                                          <a:rPr lang="en-US" b="1" i="1" smtClean="0">
                                            <a:latin typeface="Cambria Math" panose="02040503050406030204" pitchFamily="18" charset="0"/>
                                          </a:rPr>
                                          <m:t>𝒃</m:t>
                                        </m:r>
                                        <m:r>
                                          <a:rPr lang="en-US" b="1" i="1" smtClean="0">
                                            <a:latin typeface="Cambria Math" panose="02040503050406030204" pitchFamily="18" charset="0"/>
                                          </a:rPr>
                                          <m:t>]</m:t>
                                        </m:r>
                                      </m:e>
                                    </m:eqArr>
                                  </m:e>
                                </m:d>
                              </m:oMath>
                            </m:oMathPara>
                          </a14:m>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ru-RU" b="1" dirty="0"/>
                            <a:t>Логнормальное</a:t>
                          </a:r>
                          <a:endParaRPr lang="en-US" b="1" dirty="0"/>
                        </a:p>
                        <a:p>
                          <a:pPr algn="ctr"/>
                          <a:endParaRPr lang="en-US" b="1" dirty="0"/>
                        </a:p>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𝒍𝑵</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r>
                                      <a:rPr lang="en-US" b="1" i="1" smtClean="0">
                                        <a:latin typeface="Cambria Math" panose="02040503050406030204" pitchFamily="18" charset="0"/>
                                      </a:rPr>
                                      <m:t>𝒙</m:t>
                                    </m:r>
                                    <m:rad>
                                      <m:radPr>
                                        <m:degHide m:val="on"/>
                                        <m:ctrlPr>
                                          <a:rPr lang="en-US" b="1" i="1" smtClean="0">
                                            <a:latin typeface="Cambria Math" panose="02040503050406030204" pitchFamily="18" charset="0"/>
                                          </a:rPr>
                                        </m:ctrlPr>
                                      </m:radPr>
                                      <m:deg/>
                                      <m:e>
                                        <m:r>
                                          <a:rPr lang="en-US" b="1" i="1" smtClean="0">
                                            <a:latin typeface="Cambria Math" panose="02040503050406030204" pitchFamily="18" charset="0"/>
                                          </a:rPr>
                                          <m:t>𝟐</m:t>
                                        </m:r>
                                        <m:r>
                                          <a:rPr lang="en-US" b="1" i="1" smtClean="0">
                                            <a:latin typeface="Cambria Math" panose="02040503050406030204" pitchFamily="18" charset="0"/>
                                          </a:rPr>
                                          <m:t>𝝅</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𝝈</m:t>
                                            </m:r>
                                          </m:e>
                                          <m:sup>
                                            <m:r>
                                              <a:rPr lang="en-US" b="1" i="1" smtClean="0">
                                                <a:latin typeface="Cambria Math" panose="02040503050406030204" pitchFamily="18" charset="0"/>
                                              </a:rPr>
                                              <m:t>𝟐</m:t>
                                            </m:r>
                                          </m:sup>
                                        </m:sSup>
                                      </m:e>
                                    </m:rad>
                                  </m:den>
                                </m:f>
                                <m:r>
                                  <a:rPr lang="en-US" b="1" i="1" smtClean="0">
                                    <a:latin typeface="Cambria Math" panose="02040503050406030204" pitchFamily="18" charset="0"/>
                                  </a:rPr>
                                  <m:t>𝒆𝒙𝒑</m:t>
                                </m:r>
                                <m:d>
                                  <m:dPr>
                                    <m:ctrlPr>
                                      <a:rPr lang="en-US" b="1" i="1" smtClean="0">
                                        <a:latin typeface="Cambria Math" panose="02040503050406030204" pitchFamily="18" charset="0"/>
                                      </a:rPr>
                                    </m:ctrlPr>
                                  </m:dPr>
                                  <m:e>
                                    <m:r>
                                      <a:rPr lang="en-US" b="1" i="1" smtClean="0">
                                        <a:latin typeface="Cambria Math" panose="02040503050406030204" pitchFamily="18" charset="0"/>
                                      </a:rPr>
                                      <m:t>−</m:t>
                                    </m:r>
                                    <m:f>
                                      <m:fPr>
                                        <m:ctrlPr>
                                          <a:rPr lang="en-US" b="1" i="1" smtClean="0">
                                            <a:latin typeface="Cambria Math" panose="02040503050406030204" pitchFamily="18" charset="0"/>
                                          </a:rPr>
                                        </m:ctrlPr>
                                      </m:fPr>
                                      <m:num>
                                        <m:sSup>
                                          <m:sSupPr>
                                            <m:ctrlPr>
                                              <a:rPr lang="en-US" b="1" i="1" smtClean="0">
                                                <a:latin typeface="Cambria Math" panose="02040503050406030204" pitchFamily="18" charset="0"/>
                                              </a:rPr>
                                            </m:ctrlPr>
                                          </m:sSupPr>
                                          <m:e>
                                            <m:d>
                                              <m:dPr>
                                                <m:ctrlPr>
                                                  <a:rPr lang="en-US" b="1" i="1" smtClean="0">
                                                    <a:latin typeface="Cambria Math" panose="02040503050406030204" pitchFamily="18" charset="0"/>
                                                  </a:rPr>
                                                </m:ctrlPr>
                                              </m:dPr>
                                              <m:e>
                                                <m:r>
                                                  <a:rPr lang="en-US" b="1" i="1" smtClean="0">
                                                    <a:latin typeface="Cambria Math" panose="02040503050406030204" pitchFamily="18" charset="0"/>
                                                  </a:rPr>
                                                  <m:t>𝒍𝒏</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𝝁</m:t>
                                                </m:r>
                                              </m:e>
                                            </m:d>
                                          </m:e>
                                          <m:sup>
                                            <m:r>
                                              <a:rPr lang="en-US" b="1" i="1" smtClean="0">
                                                <a:latin typeface="Cambria Math" panose="02040503050406030204" pitchFamily="18" charset="0"/>
                                              </a:rPr>
                                              <m:t>𝟐</m:t>
                                            </m:r>
                                          </m:sup>
                                        </m:sSup>
                                      </m:num>
                                      <m:den>
                                        <m:r>
                                          <a:rPr lang="en-US" b="1" i="1" smtClean="0">
                                            <a:latin typeface="Cambria Math" panose="02040503050406030204" pitchFamily="18" charset="0"/>
                                          </a:rPr>
                                          <m:t>𝟐</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𝝈</m:t>
                                            </m:r>
                                          </m:e>
                                          <m:sup>
                                            <m:r>
                                              <a:rPr lang="en-US" b="1" i="1" smtClean="0">
                                                <a:latin typeface="Cambria Math" panose="02040503050406030204" pitchFamily="18" charset="0"/>
                                              </a:rPr>
                                              <m:t>𝟐</m:t>
                                            </m:r>
                                          </m:sup>
                                        </m:sSup>
                                      </m:den>
                                    </m:f>
                                  </m:e>
                                </m:d>
                              </m:oMath>
                            </m:oMathPara>
                          </a14:m>
                          <a:endParaRPr lang="ru-RU" b="1"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4523576"/>
                      </a:ext>
                    </a:extLst>
                  </a:tr>
                  <a:tr h="1638193">
                    <a:tc>
                      <a:txBody>
                        <a:bodyPr/>
                        <a:lstStyle/>
                        <a:p>
                          <a:pPr algn="ctr"/>
                          <a:r>
                            <a:rPr lang="en-US" b="1" dirty="0"/>
                            <a:t>T-</a:t>
                          </a:r>
                          <a:r>
                            <a:rPr lang="ru-RU" b="1" dirty="0"/>
                            <a:t>распределение</a:t>
                          </a:r>
                          <a:endParaRPr lang="en-US" b="1" dirty="0"/>
                        </a:p>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𝒕</m:t>
                                </m:r>
                                <m:r>
                                  <a:rPr lang="en-US" b="1" i="1" smtClean="0">
                                    <a:latin typeface="Cambria Math" panose="02040503050406030204" pitchFamily="18" charset="0"/>
                                  </a:rPr>
                                  <m:t>=</m:t>
                                </m:r>
                                <m:f>
                                  <m:fPr>
                                    <m:ctrlPr>
                                      <a:rPr lang="en-US" b="1" i="1" smtClean="0">
                                        <a:latin typeface="Cambria Math" panose="02040503050406030204" pitchFamily="18" charset="0"/>
                                      </a:rPr>
                                    </m:ctrlPr>
                                  </m:fPr>
                                  <m:num>
                                    <m:sSub>
                                      <m:sSubPr>
                                        <m:ctrlPr>
                                          <a:rPr lang="en-US" b="1" i="1" smtClean="0">
                                            <a:latin typeface="Cambria Math" panose="02040503050406030204" pitchFamily="18" charset="0"/>
                                          </a:rPr>
                                        </m:ctrlPr>
                                      </m:sSubPr>
                                      <m:e>
                                        <m:r>
                                          <a:rPr lang="en-US" b="1" i="1" smtClean="0">
                                            <a:latin typeface="Cambria Math" panose="02040503050406030204" pitchFamily="18" charset="0"/>
                                          </a:rPr>
                                          <m:t>𝒀</m:t>
                                        </m:r>
                                      </m:e>
                                      <m:sub>
                                        <m:r>
                                          <a:rPr lang="en-US" b="1" i="1" smtClean="0">
                                            <a:latin typeface="Cambria Math" panose="02040503050406030204" pitchFamily="18" charset="0"/>
                                          </a:rPr>
                                          <m:t>𝟎</m:t>
                                        </m:r>
                                      </m:sub>
                                    </m:sSub>
                                  </m:num>
                                  <m:den>
                                    <m:rad>
                                      <m:radPr>
                                        <m:degHide m:val="on"/>
                                        <m:ctrlPr>
                                          <a:rPr lang="en-US" b="1" i="1" smtClean="0">
                                            <a:latin typeface="Cambria Math" panose="02040503050406030204" pitchFamily="18" charset="0"/>
                                          </a:rPr>
                                        </m:ctrlPr>
                                      </m:radPr>
                                      <m:deg/>
                                      <m:e>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r>
                                              <a:rPr lang="en-US" b="1" i="1" smtClean="0">
                                                <a:latin typeface="Cambria Math" panose="02040503050406030204" pitchFamily="18" charset="0"/>
                                              </a:rPr>
                                              <m:t>𝒏</m:t>
                                            </m:r>
                                          </m:den>
                                        </m:f>
                                        <m:nary>
                                          <m:naryPr>
                                            <m:chr m:val="∑"/>
                                            <m:ctrlPr>
                                              <a:rPr lang="en-US" b="1" i="1" smtClean="0">
                                                <a:latin typeface="Cambria Math" panose="02040503050406030204" pitchFamily="18" charset="0"/>
                                              </a:rPr>
                                            </m:ctrlPr>
                                          </m:naryPr>
                                          <m:sub>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𝒏</m:t>
                                            </m:r>
                                          </m:sup>
                                          <m:e>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𝒀</m:t>
                                                </m:r>
                                              </m:e>
                                              <m:sub>
                                                <m:r>
                                                  <a:rPr lang="en-US" b="1" i="1" smtClean="0">
                                                    <a:latin typeface="Cambria Math" panose="02040503050406030204" pitchFamily="18" charset="0"/>
                                                  </a:rPr>
                                                  <m:t>𝒊</m:t>
                                                </m:r>
                                              </m:sub>
                                              <m:sup>
                                                <m:r>
                                                  <a:rPr lang="en-US" b="1" i="1" smtClean="0">
                                                    <a:latin typeface="Cambria Math" panose="02040503050406030204" pitchFamily="18" charset="0"/>
                                                  </a:rPr>
                                                  <m:t>𝟐</m:t>
                                                </m:r>
                                              </m:sup>
                                            </m:sSubSup>
                                            <m:r>
                                              <a:rPr lang="en-US" b="1" i="1" smtClean="0">
                                                <a:latin typeface="Cambria Math" panose="02040503050406030204" pitchFamily="18" charset="0"/>
                                              </a:rPr>
                                              <m:t> </m:t>
                                            </m:r>
                                          </m:e>
                                        </m:nary>
                                      </m:e>
                                    </m:rad>
                                  </m:den>
                                </m:f>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𝒀</m:t>
                                    </m:r>
                                  </m:e>
                                  <m:sub>
                                    <m:r>
                                      <a:rPr lang="en-US" b="1" i="1" smtClean="0">
                                        <a:latin typeface="Cambria Math" panose="02040503050406030204" pitchFamily="18" charset="0"/>
                                      </a:rPr>
                                      <m:t>𝒊</m:t>
                                    </m:r>
                                  </m:sub>
                                </m:sSub>
                                <m:r>
                                  <a:rPr lang="en-US" b="1" i="1" smtClean="0">
                                    <a:latin typeface="Cambria Math" panose="02040503050406030204" pitchFamily="18" charset="0"/>
                                  </a:rPr>
                                  <m:t>∼</m:t>
                                </m:r>
                                <m:r>
                                  <a:rPr lang="en-US" b="1" i="1" smtClean="0">
                                    <a:latin typeface="Cambria Math" panose="02040503050406030204" pitchFamily="18" charset="0"/>
                                  </a:rPr>
                                  <m:t>𝑵</m:t>
                                </m:r>
                                <m:d>
                                  <m:dPr>
                                    <m:endChr m:val="|"/>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b="1" i="1" smtClean="0">
                                        <a:latin typeface="Cambria Math" panose="02040503050406030204" pitchFamily="18" charset="0"/>
                                      </a:rPr>
                                      <m:t> </m:t>
                                    </m:r>
                                  </m:e>
                                </m:d>
                                <m:r>
                                  <a:rPr lang="en-US" b="1" i="1" smtClean="0">
                                    <a:latin typeface="Cambria Math" panose="02040503050406030204" pitchFamily="18" charset="0"/>
                                  </a:rPr>
                                  <m:t> </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oMath>
                            </m:oMathPara>
                          </a14:m>
                          <a:endParaRPr lang="ru-RU" b="1"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b="1" dirty="0"/>
                            <a:t>Хи-квадрат</a:t>
                          </a:r>
                          <a:endParaRPr lang="en-US" b="1" dirty="0"/>
                        </a:p>
                        <a:p>
                          <a:pPr algn="ctr"/>
                          <a:endParaRPr lang="en-US" b="1" dirty="0"/>
                        </a:p>
                        <a:p>
                          <a:pPr algn="ctr"/>
                          <a14:m>
                            <m:oMathPara xmlns:m="http://schemas.openxmlformats.org/officeDocument/2006/math">
                              <m:oMathParaPr>
                                <m:jc m:val="centerGroup"/>
                              </m:oMathParaPr>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𝝌</m:t>
                                    </m:r>
                                  </m:e>
                                  <m:sup>
                                    <m:r>
                                      <a:rPr lang="en-US" b="1" i="1" smtClean="0">
                                        <a:latin typeface="Cambria Math" panose="02040503050406030204" pitchFamily="18" charset="0"/>
                                      </a:rPr>
                                      <m:t>𝟐</m:t>
                                    </m:r>
                                  </m:sup>
                                </m:sSup>
                                <m:r>
                                  <a:rPr lang="en-US" b="1" i="1" smtClean="0">
                                    <a:latin typeface="Cambria Math" panose="02040503050406030204" pitchFamily="18" charset="0"/>
                                  </a:rPr>
                                  <m:t>=</m:t>
                                </m:r>
                                <m:nary>
                                  <m:naryPr>
                                    <m:chr m:val="∑"/>
                                    <m:ctrlPr>
                                      <a:rPr lang="en-US" b="1" i="1" smtClean="0">
                                        <a:latin typeface="Cambria Math" panose="02040503050406030204" pitchFamily="18" charset="0"/>
                                      </a:rPr>
                                    </m:ctrlPr>
                                  </m:naryPr>
                                  <m:sub>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𝒏</m:t>
                                    </m:r>
                                  </m:sup>
                                  <m:e>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𝒛</m:t>
                                        </m:r>
                                      </m:e>
                                      <m:sub>
                                        <m:r>
                                          <a:rPr lang="en-US" b="1" i="1" smtClean="0">
                                            <a:latin typeface="Cambria Math" panose="02040503050406030204" pitchFamily="18" charset="0"/>
                                          </a:rPr>
                                          <m:t>𝒊</m:t>
                                        </m:r>
                                      </m:sub>
                                      <m:sup>
                                        <m:r>
                                          <a:rPr lang="en-US" b="1" i="1" smtClean="0">
                                            <a:latin typeface="Cambria Math" panose="02040503050406030204" pitchFamily="18" charset="0"/>
                                          </a:rPr>
                                          <m:t>𝟐</m:t>
                                        </m:r>
                                      </m:sup>
                                    </m:sSubSup>
                                  </m:e>
                                </m:nary>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𝒛</m:t>
                                    </m:r>
                                  </m:e>
                                  <m:sub>
                                    <m:r>
                                      <a:rPr lang="en-US" b="1" i="1" smtClean="0">
                                        <a:latin typeface="Cambria Math" panose="02040503050406030204" pitchFamily="18" charset="0"/>
                                      </a:rPr>
                                      <m:t>𝒊</m:t>
                                    </m:r>
                                  </m:sub>
                                </m:sSub>
                                <m:r>
                                  <a:rPr lang="en-US" b="1" i="1" smtClean="0">
                                    <a:latin typeface="Cambria Math" panose="02040503050406030204" pitchFamily="18" charset="0"/>
                                  </a:rPr>
                                  <m:t>∼</m:t>
                                </m:r>
                                <m:r>
                                  <a:rPr lang="en-US" b="1" i="1" smtClean="0">
                                    <a:latin typeface="Cambria Math" panose="02040503050406030204" pitchFamily="18" charset="0"/>
                                  </a:rPr>
                                  <m:t>𝑵</m:t>
                                </m:r>
                                <m:d>
                                  <m:dPr>
                                    <m:endChr m:val="|"/>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b="1" i="1" smtClean="0">
                                        <a:latin typeface="Cambria Math" panose="02040503050406030204" pitchFamily="18" charset="0"/>
                                      </a:rPr>
                                      <m:t> </m:t>
                                    </m:r>
                                  </m:e>
                                </m:d>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oMath>
                            </m:oMathPara>
                          </a14:m>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b="1" dirty="0"/>
                            <a:t>Экспоненциальное</a:t>
                          </a:r>
                        </a:p>
                        <a:p>
                          <a:pPr algn="ctr"/>
                          <a:endParaRPr lang="ru-RU" b="1" dirty="0"/>
                        </a:p>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𝒆</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m:t>
                                </m:r>
                                <m:d>
                                  <m:dPr>
                                    <m:begChr m:val="{"/>
                                    <m:endChr m:val=""/>
                                    <m:ctrlPr>
                                      <a:rPr lang="en-US" b="1" i="1" smtClean="0">
                                        <a:latin typeface="Cambria Math" panose="02040503050406030204" pitchFamily="18" charset="0"/>
                                      </a:rPr>
                                    </m:ctrlPr>
                                  </m:dPr>
                                  <m:e>
                                    <m:eqArr>
                                      <m:eqArrPr>
                                        <m:ctrlPr>
                                          <a:rPr lang="en-US" b="1" i="1" smtClean="0">
                                            <a:latin typeface="Cambria Math" panose="02040503050406030204" pitchFamily="18" charset="0"/>
                                          </a:rPr>
                                        </m:ctrlPr>
                                      </m:eqArrPr>
                                      <m:e>
                                        <m:r>
                                          <a:rPr lang="en-US" b="1" i="1" smtClean="0">
                                            <a:latin typeface="Cambria Math" panose="02040503050406030204" pitchFamily="18" charset="0"/>
                                          </a:rPr>
                                          <m:t>𝝀</m:t>
                                        </m:r>
                                        <m:r>
                                          <a:rPr lang="en-US" b="1" i="1" smtClean="0">
                                            <a:latin typeface="Cambria Math" panose="02040503050406030204" pitchFamily="18" charset="0"/>
                                          </a:rPr>
                                          <m:t>𝒆𝒙𝒑</m:t>
                                        </m:r>
                                        <m:r>
                                          <a:rPr lang="en-US" b="1" i="1" smtClean="0">
                                            <a:latin typeface="Cambria Math" panose="02040503050406030204" pitchFamily="18" charset="0"/>
                                          </a:rPr>
                                          <m:t>(−</m:t>
                                        </m:r>
                                        <m:r>
                                          <a:rPr lang="en-US" b="1" i="1" smtClean="0">
                                            <a:latin typeface="Cambria Math" panose="02040503050406030204" pitchFamily="18" charset="0"/>
                                          </a:rPr>
                                          <m:t>𝝀</m:t>
                                        </m:r>
                                        <m:r>
                                          <a:rPr lang="en-US" b="1" i="1" smtClean="0">
                                            <a:latin typeface="Cambria Math" panose="02040503050406030204" pitchFamily="18" charset="0"/>
                                          </a:rPr>
                                          <m:t>𝒙</m:t>
                                        </m:r>
                                        <m:r>
                                          <a:rPr lang="en-US" b="1" i="1" smtClean="0">
                                            <a:latin typeface="Cambria Math" panose="02040503050406030204" pitchFamily="18" charset="0"/>
                                          </a:rPr>
                                          <m:t>), </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𝟎</m:t>
                                        </m:r>
                                      </m:e>
                                      <m:e>
                                        <m:r>
                                          <a:rPr lang="en-US" b="1" i="1" smtClean="0">
                                            <a:latin typeface="Cambria Math" panose="02040503050406030204" pitchFamily="18" charset="0"/>
                                          </a:rPr>
                                          <m:t>𝟎</m:t>
                                        </m:r>
                                        <m:r>
                                          <a:rPr lang="en-US" b="1" i="1" smtClean="0">
                                            <a:latin typeface="Cambria Math" panose="02040503050406030204" pitchFamily="18" charset="0"/>
                                          </a:rPr>
                                          <m:t>, </m:t>
                                        </m:r>
                                        <m:r>
                                          <a:rPr lang="en-US" b="1" i="1" smtClean="0">
                                            <a:latin typeface="Cambria Math" panose="02040503050406030204" pitchFamily="18" charset="0"/>
                                          </a:rPr>
                                          <m:t>𝒙</m:t>
                                        </m:r>
                                        <m:r>
                                          <a:rPr lang="en-US" b="1" i="1" smtClean="0">
                                            <a:latin typeface="Cambria Math" panose="02040503050406030204" pitchFamily="18" charset="0"/>
                                          </a:rPr>
                                          <m:t>&lt;</m:t>
                                        </m:r>
                                        <m:r>
                                          <a:rPr lang="en-US" b="1" i="1" smtClean="0">
                                            <a:latin typeface="Cambria Math" panose="02040503050406030204" pitchFamily="18" charset="0"/>
                                          </a:rPr>
                                          <m:t>𝟎</m:t>
                                        </m:r>
                                      </m:e>
                                    </m:eqArr>
                                  </m:e>
                                </m:d>
                              </m:oMath>
                            </m:oMathPara>
                          </a14:m>
                          <a:endParaRPr lang="ru-RU" b="1"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5876244"/>
                      </a:ext>
                    </a:extLst>
                  </a:tr>
                  <a:tr h="1638193">
                    <a:tc>
                      <a:txBody>
                        <a:bodyPr/>
                        <a:lstStyle/>
                        <a:p>
                          <a:pPr algn="ctr"/>
                          <a:r>
                            <a:rPr lang="ru-RU" b="1" dirty="0"/>
                            <a:t>Вейбулла</a:t>
                          </a:r>
                          <a:endParaRPr lang="en-US" b="1" dirty="0"/>
                        </a:p>
                        <a:p>
                          <a:pPr algn="ctr"/>
                          <a:endParaRPr lang="en-US" b="1" dirty="0"/>
                        </a:p>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𝒘</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𝒃</m:t>
                                    </m:r>
                                  </m:num>
                                  <m:den>
                                    <m:r>
                                      <a:rPr lang="en-US" b="1" i="1" smtClean="0">
                                        <a:latin typeface="Cambria Math" panose="02040503050406030204" pitchFamily="18" charset="0"/>
                                      </a:rPr>
                                      <m:t>𝒂</m:t>
                                    </m:r>
                                  </m:den>
                                </m:f>
                                <m:sSup>
                                  <m:sSupPr>
                                    <m:ctrlPr>
                                      <a:rPr lang="en-US" b="1" i="1" smtClean="0">
                                        <a:latin typeface="Cambria Math" panose="02040503050406030204" pitchFamily="18" charset="0"/>
                                      </a:rPr>
                                    </m:ctrlPr>
                                  </m:sSupPr>
                                  <m:e>
                                    <m:d>
                                      <m:dPr>
                                        <m:ctrlPr>
                                          <a:rPr lang="en-US" b="1" i="1" smtClean="0">
                                            <a:latin typeface="Cambria Math" panose="02040503050406030204" pitchFamily="18" charset="0"/>
                                          </a:rPr>
                                        </m:ctrlPr>
                                      </m:dPr>
                                      <m:e>
                                        <m:f>
                                          <m:fPr>
                                            <m:ctrlPr>
                                              <a:rPr lang="en-US" b="1" i="1" smtClean="0">
                                                <a:latin typeface="Cambria Math" panose="02040503050406030204" pitchFamily="18" charset="0"/>
                                              </a:rPr>
                                            </m:ctrlPr>
                                          </m:fPr>
                                          <m:num>
                                            <m:r>
                                              <a:rPr lang="en-US" b="1" i="1" smtClean="0">
                                                <a:latin typeface="Cambria Math" panose="02040503050406030204" pitchFamily="18" charset="0"/>
                                              </a:rPr>
                                              <m:t>𝒙</m:t>
                                            </m:r>
                                          </m:num>
                                          <m:den>
                                            <m:r>
                                              <a:rPr lang="en-US" b="1" i="1" smtClean="0">
                                                <a:latin typeface="Cambria Math" panose="02040503050406030204" pitchFamily="18" charset="0"/>
                                              </a:rPr>
                                              <m:t>𝒂</m:t>
                                            </m:r>
                                          </m:den>
                                        </m:f>
                                      </m:e>
                                    </m:d>
                                  </m:e>
                                  <m:sup>
                                    <m:r>
                                      <a:rPr lang="en-US" b="1" i="1" smtClean="0">
                                        <a:latin typeface="Cambria Math" panose="02040503050406030204" pitchFamily="18" charset="0"/>
                                      </a:rPr>
                                      <m:t>𝒃</m:t>
                                    </m:r>
                                    <m:r>
                                      <a:rPr lang="en-US" b="1" i="1" smtClean="0">
                                        <a:latin typeface="Cambria Math" panose="02040503050406030204" pitchFamily="18" charset="0"/>
                                      </a:rPr>
                                      <m:t>−</m:t>
                                    </m:r>
                                    <m:r>
                                      <a:rPr lang="en-US" b="1" i="1" smtClean="0">
                                        <a:latin typeface="Cambria Math" panose="02040503050406030204" pitchFamily="18" charset="0"/>
                                      </a:rPr>
                                      <m:t>𝟏</m:t>
                                    </m:r>
                                  </m:sup>
                                </m:sSup>
                                <m:r>
                                  <a:rPr lang="en-US" b="1" i="1" smtClean="0">
                                    <a:latin typeface="Cambria Math" panose="02040503050406030204" pitchFamily="18" charset="0"/>
                                  </a:rPr>
                                  <m:t>𝒆𝒙𝒑</m:t>
                                </m:r>
                                <m:d>
                                  <m:dPr>
                                    <m:ctrlPr>
                                      <a:rPr lang="en-US" b="1" i="1" smtClean="0">
                                        <a:latin typeface="Cambria Math" panose="02040503050406030204" pitchFamily="18" charset="0"/>
                                      </a:rPr>
                                    </m:ctrlPr>
                                  </m:dPr>
                                  <m:e>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d>
                                          <m:dPr>
                                            <m:ctrlPr>
                                              <a:rPr lang="en-US" b="1" i="1" smtClean="0">
                                                <a:latin typeface="Cambria Math" panose="02040503050406030204" pitchFamily="18" charset="0"/>
                                              </a:rPr>
                                            </m:ctrlPr>
                                          </m:dPr>
                                          <m:e>
                                            <m:f>
                                              <m:fPr>
                                                <m:ctrlPr>
                                                  <a:rPr lang="en-US" b="1" i="1" smtClean="0">
                                                    <a:latin typeface="Cambria Math" panose="02040503050406030204" pitchFamily="18" charset="0"/>
                                                  </a:rPr>
                                                </m:ctrlPr>
                                              </m:fPr>
                                              <m:num>
                                                <m:r>
                                                  <a:rPr lang="en-US" b="1" i="1" smtClean="0">
                                                    <a:latin typeface="Cambria Math" panose="02040503050406030204" pitchFamily="18" charset="0"/>
                                                  </a:rPr>
                                                  <m:t>𝒙</m:t>
                                                </m:r>
                                              </m:num>
                                              <m:den>
                                                <m:r>
                                                  <a:rPr lang="en-US" b="1" i="1" smtClean="0">
                                                    <a:latin typeface="Cambria Math" panose="02040503050406030204" pitchFamily="18" charset="0"/>
                                                  </a:rPr>
                                                  <m:t>𝒂</m:t>
                                                </m:r>
                                              </m:den>
                                            </m:f>
                                          </m:e>
                                        </m:d>
                                      </m:e>
                                      <m:sup>
                                        <m:r>
                                          <a:rPr lang="en-US" b="1" i="1" smtClean="0">
                                            <a:latin typeface="Cambria Math" panose="02040503050406030204" pitchFamily="18" charset="0"/>
                                          </a:rPr>
                                          <m:t>𝒃</m:t>
                                        </m:r>
                                      </m:sup>
                                    </m:sSup>
                                  </m:e>
                                </m:d>
                              </m:oMath>
                            </m:oMathPara>
                          </a14:m>
                          <a:endParaRPr lang="ru-RU" b="1"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ru-RU" b="1" dirty="0"/>
                            <a:t>Биномиальное</a:t>
                          </a:r>
                        </a:p>
                        <a:p>
                          <a:pPr algn="ctr"/>
                          <a:endParaRPr lang="ru-RU" b="1" dirty="0"/>
                        </a:p>
                        <a:p>
                          <a:pPr algn="ct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𝒃</m:t>
                                </m:r>
                                <m:r>
                                  <a:rPr lang="en-US" b="1" i="1" dirty="0" smtClean="0">
                                    <a:latin typeface="Cambria Math" panose="02040503050406030204" pitchFamily="18" charset="0"/>
                                  </a:rPr>
                                  <m:t>(</m:t>
                                </m:r>
                                <m:r>
                                  <a:rPr lang="en-US" b="1" i="1" dirty="0" smtClean="0">
                                    <a:latin typeface="Cambria Math" panose="02040503050406030204" pitchFamily="18" charset="0"/>
                                  </a:rPr>
                                  <m:t>𝒌</m:t>
                                </m:r>
                                <m:r>
                                  <a:rPr lang="en-US" b="1" i="1" dirty="0" smtClean="0">
                                    <a:latin typeface="Cambria Math" panose="02040503050406030204" pitchFamily="18" charset="0"/>
                                  </a:rPr>
                                  <m:t>)=</m:t>
                                </m:r>
                                <m:f>
                                  <m:fPr>
                                    <m:ctrlPr>
                                      <a:rPr lang="en-US" b="1" i="1" dirty="0" smtClean="0">
                                        <a:latin typeface="Cambria Math" panose="02040503050406030204" pitchFamily="18" charset="0"/>
                                      </a:rPr>
                                    </m:ctrlPr>
                                  </m:fPr>
                                  <m:num>
                                    <m:r>
                                      <a:rPr lang="en-US" b="1" i="1" dirty="0" smtClean="0">
                                        <a:latin typeface="Cambria Math" panose="02040503050406030204" pitchFamily="18" charset="0"/>
                                      </a:rPr>
                                      <m:t>𝒏</m:t>
                                    </m:r>
                                    <m:r>
                                      <a:rPr lang="en-US" b="1" i="1" dirty="0" smtClean="0">
                                        <a:latin typeface="Cambria Math" panose="02040503050406030204" pitchFamily="18" charset="0"/>
                                      </a:rPr>
                                      <m:t>!</m:t>
                                    </m:r>
                                  </m:num>
                                  <m:den>
                                    <m:r>
                                      <a:rPr lang="en-US" b="1" i="1" dirty="0" smtClean="0">
                                        <a:latin typeface="Cambria Math" panose="02040503050406030204" pitchFamily="18" charset="0"/>
                                      </a:rPr>
                                      <m:t>𝒌</m:t>
                                    </m:r>
                                    <m:r>
                                      <a:rPr lang="en-US" b="1" i="1" dirty="0" smtClean="0">
                                        <a:latin typeface="Cambria Math" panose="02040503050406030204" pitchFamily="18" charset="0"/>
                                      </a:rPr>
                                      <m:t>!</m:t>
                                    </m:r>
                                    <m:d>
                                      <m:dPr>
                                        <m:ctrlPr>
                                          <a:rPr lang="en-US" b="1" i="1" dirty="0" smtClean="0">
                                            <a:latin typeface="Cambria Math" panose="02040503050406030204" pitchFamily="18" charset="0"/>
                                          </a:rPr>
                                        </m:ctrlPr>
                                      </m:dPr>
                                      <m:e>
                                        <m:r>
                                          <a:rPr lang="en-US" b="1" i="1" dirty="0" smtClean="0">
                                            <a:latin typeface="Cambria Math" panose="02040503050406030204" pitchFamily="18" charset="0"/>
                                          </a:rPr>
                                          <m:t>𝒏</m:t>
                                        </m:r>
                                        <m:r>
                                          <a:rPr lang="en-US" b="1" i="1" dirty="0" smtClean="0">
                                            <a:latin typeface="Cambria Math" panose="02040503050406030204" pitchFamily="18" charset="0"/>
                                          </a:rPr>
                                          <m:t>−</m:t>
                                        </m:r>
                                        <m:r>
                                          <a:rPr lang="en-US" b="1" i="1" dirty="0" smtClean="0">
                                            <a:latin typeface="Cambria Math" panose="02040503050406030204" pitchFamily="18" charset="0"/>
                                          </a:rPr>
                                          <m:t>𝒌</m:t>
                                        </m:r>
                                      </m:e>
                                    </m:d>
                                    <m:r>
                                      <a:rPr lang="en-US" b="1" i="1" dirty="0" smtClean="0">
                                        <a:latin typeface="Cambria Math" panose="02040503050406030204" pitchFamily="18" charset="0"/>
                                      </a:rPr>
                                      <m:t>!</m:t>
                                    </m:r>
                                  </m:den>
                                </m:f>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𝒑</m:t>
                                    </m:r>
                                  </m:e>
                                  <m:sup>
                                    <m:r>
                                      <a:rPr lang="en-US" b="1" i="1" dirty="0" smtClean="0">
                                        <a:latin typeface="Cambria Math" panose="02040503050406030204" pitchFamily="18" charset="0"/>
                                      </a:rPr>
                                      <m:t>𝒌</m:t>
                                    </m:r>
                                  </m:sup>
                                </m:sSup>
                                <m:sSup>
                                  <m:sSupPr>
                                    <m:ctrlPr>
                                      <a:rPr lang="en-US" b="1" i="1" dirty="0" smtClean="0">
                                        <a:latin typeface="Cambria Math" panose="02040503050406030204" pitchFamily="18" charset="0"/>
                                      </a:rPr>
                                    </m:ctrlPr>
                                  </m:sSupPr>
                                  <m:e>
                                    <m:d>
                                      <m:dPr>
                                        <m:ctrlPr>
                                          <a:rPr lang="en-US" b="1" i="1" dirty="0" smtClean="0">
                                            <a:latin typeface="Cambria Math" panose="02040503050406030204" pitchFamily="18" charset="0"/>
                                          </a:rPr>
                                        </m:ctrlPr>
                                      </m:dPr>
                                      <m:e>
                                        <m:r>
                                          <a:rPr lang="en-US" b="1" i="1" dirty="0" smtClean="0">
                                            <a:latin typeface="Cambria Math" panose="02040503050406030204" pitchFamily="18" charset="0"/>
                                          </a:rPr>
                                          <m:t>𝟏</m:t>
                                        </m:r>
                                        <m:r>
                                          <a:rPr lang="en-US" b="1" i="1" dirty="0" smtClean="0">
                                            <a:latin typeface="Cambria Math" panose="02040503050406030204" pitchFamily="18" charset="0"/>
                                          </a:rPr>
                                          <m:t>−</m:t>
                                        </m:r>
                                        <m:r>
                                          <a:rPr lang="en-US" b="1" i="1" dirty="0" smtClean="0">
                                            <a:latin typeface="Cambria Math" panose="02040503050406030204" pitchFamily="18" charset="0"/>
                                          </a:rPr>
                                          <m:t>𝒑</m:t>
                                        </m:r>
                                      </m:e>
                                    </m:d>
                                  </m:e>
                                  <m:sup>
                                    <m:r>
                                      <a:rPr lang="en-US" b="1" i="1" dirty="0" smtClean="0">
                                        <a:latin typeface="Cambria Math" panose="02040503050406030204" pitchFamily="18" charset="0"/>
                                      </a:rPr>
                                      <m:t>𝒏</m:t>
                                    </m:r>
                                    <m:r>
                                      <a:rPr lang="en-US" b="1" i="1" dirty="0" smtClean="0">
                                        <a:latin typeface="Cambria Math" panose="02040503050406030204" pitchFamily="18" charset="0"/>
                                      </a:rPr>
                                      <m:t>−</m:t>
                                    </m:r>
                                    <m:r>
                                      <a:rPr lang="en-US" b="1" i="1" dirty="0" smtClean="0">
                                        <a:latin typeface="Cambria Math" panose="02040503050406030204" pitchFamily="18" charset="0"/>
                                      </a:rPr>
                                      <m:t>𝒌</m:t>
                                    </m:r>
                                  </m:sup>
                                </m:sSup>
                              </m:oMath>
                            </m:oMathPara>
                          </a14:m>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ru-RU" b="1" dirty="0"/>
                            <a:t>Пуассона</a:t>
                          </a:r>
                          <a:endParaRPr lang="en-US" b="1" dirty="0"/>
                        </a:p>
                        <a:p>
                          <a:pPr algn="ctr"/>
                          <a:endParaRPr lang="en-US" b="1" dirty="0"/>
                        </a:p>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𝒑</m:t>
                                </m:r>
                                <m:d>
                                  <m:dPr>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f>
                                  <m:fPr>
                                    <m:ctrlPr>
                                      <a:rPr lang="en-US" b="1" i="1" smtClean="0">
                                        <a:latin typeface="Cambria Math" panose="02040503050406030204" pitchFamily="18" charset="0"/>
                                      </a:rPr>
                                    </m:ctrlPr>
                                  </m:fPr>
                                  <m:num>
                                    <m:sSup>
                                      <m:sSupPr>
                                        <m:ctrlPr>
                                          <a:rPr lang="en-US" b="1" i="1" smtClean="0">
                                            <a:latin typeface="Cambria Math" panose="02040503050406030204" pitchFamily="18" charset="0"/>
                                          </a:rPr>
                                        </m:ctrlPr>
                                      </m:sSupPr>
                                      <m:e>
                                        <m:r>
                                          <a:rPr lang="en-US" b="1" i="1" smtClean="0">
                                            <a:latin typeface="Cambria Math" panose="02040503050406030204" pitchFamily="18" charset="0"/>
                                          </a:rPr>
                                          <m:t>𝝀</m:t>
                                        </m:r>
                                      </m:e>
                                      <m:sup>
                                        <m:r>
                                          <a:rPr lang="en-US" b="1" i="1" smtClean="0">
                                            <a:latin typeface="Cambria Math" panose="02040503050406030204" pitchFamily="18" charset="0"/>
                                          </a:rPr>
                                          <m:t>𝒌</m:t>
                                        </m:r>
                                      </m:sup>
                                    </m:sSup>
                                  </m:num>
                                  <m:den>
                                    <m:r>
                                      <a:rPr lang="en-US" b="1" i="1" smtClean="0">
                                        <a:latin typeface="Cambria Math" panose="02040503050406030204" pitchFamily="18" charset="0"/>
                                      </a:rPr>
                                      <m:t>𝒌</m:t>
                                    </m:r>
                                    <m:r>
                                      <a:rPr lang="en-US" b="1" i="1" smtClean="0">
                                        <a:latin typeface="Cambria Math" panose="02040503050406030204" pitchFamily="18" charset="0"/>
                                      </a:rPr>
                                      <m:t>!</m:t>
                                    </m:r>
                                  </m:den>
                                </m:f>
                                <m:r>
                                  <a:rPr lang="en-US" b="1" i="1" smtClean="0">
                                    <a:latin typeface="Cambria Math" panose="02040503050406030204" pitchFamily="18" charset="0"/>
                                  </a:rPr>
                                  <m:t>𝒆𝒙𝒑</m:t>
                                </m:r>
                                <m:r>
                                  <a:rPr lang="en-US" b="1" i="1" smtClean="0">
                                    <a:latin typeface="Cambria Math" panose="02040503050406030204" pitchFamily="18" charset="0"/>
                                  </a:rPr>
                                  <m:t>(−</m:t>
                                </m:r>
                                <m:r>
                                  <a:rPr lang="en-US" b="1" i="1" smtClean="0">
                                    <a:latin typeface="Cambria Math" panose="02040503050406030204" pitchFamily="18" charset="0"/>
                                  </a:rPr>
                                  <m:t>𝝀</m:t>
                                </m:r>
                                <m:r>
                                  <a:rPr lang="en-US" b="1" i="1" smtClean="0">
                                    <a:latin typeface="Cambria Math" panose="02040503050406030204" pitchFamily="18" charset="0"/>
                                  </a:rPr>
                                  <m:t>)</m:t>
                                </m:r>
                              </m:oMath>
                            </m:oMathPara>
                          </a14:m>
                          <a:endParaRPr lang="ru-RU" b="1"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17984837"/>
                      </a:ext>
                    </a:extLst>
                  </a:tr>
                </a:tbl>
              </a:graphicData>
            </a:graphic>
          </p:graphicFrame>
        </mc:Choice>
        <mc:Fallback xmlns="">
          <p:graphicFrame>
            <p:nvGraphicFramePr>
              <p:cNvPr id="5" name="Объект 4">
                <a:extLst>
                  <a:ext uri="{FF2B5EF4-FFF2-40B4-BE49-F238E27FC236}">
                    <a16:creationId xmlns:a16="http://schemas.microsoft.com/office/drawing/2014/main" id="{826DB933-596E-8859-C85E-573C2E39ABCF}"/>
                  </a:ext>
                </a:extLst>
              </p:cNvPr>
              <p:cNvGraphicFramePr>
                <a:graphicFrameLocks noGrp="1"/>
              </p:cNvGraphicFramePr>
              <p:nvPr>
                <p:ph idx="1"/>
                <p:extLst>
                  <p:ext uri="{D42A27DB-BD31-4B8C-83A1-F6EECF244321}">
                    <p14:modId xmlns:p14="http://schemas.microsoft.com/office/powerpoint/2010/main" val="2988451627"/>
                  </p:ext>
                </p:extLst>
              </p:nvPr>
            </p:nvGraphicFramePr>
            <p:xfrm>
              <a:off x="838200" y="1358900"/>
              <a:ext cx="10515597" cy="4914579"/>
            </p:xfrm>
            <a:graphic>
              <a:graphicData uri="http://schemas.openxmlformats.org/drawingml/2006/table">
                <a:tbl>
                  <a:tblPr firstRow="1" bandRow="1">
                    <a:tableStyleId>{2D5ABB26-0587-4C30-8999-92F81FD0307C}</a:tableStyleId>
                  </a:tblPr>
                  <a:tblGrid>
                    <a:gridCol w="3505199">
                      <a:extLst>
                        <a:ext uri="{9D8B030D-6E8A-4147-A177-3AD203B41FA5}">
                          <a16:colId xmlns:a16="http://schemas.microsoft.com/office/drawing/2014/main" val="2647579711"/>
                        </a:ext>
                      </a:extLst>
                    </a:gridCol>
                    <a:gridCol w="3505199">
                      <a:extLst>
                        <a:ext uri="{9D8B030D-6E8A-4147-A177-3AD203B41FA5}">
                          <a16:colId xmlns:a16="http://schemas.microsoft.com/office/drawing/2014/main" val="119042186"/>
                        </a:ext>
                      </a:extLst>
                    </a:gridCol>
                    <a:gridCol w="3505199">
                      <a:extLst>
                        <a:ext uri="{9D8B030D-6E8A-4147-A177-3AD203B41FA5}">
                          <a16:colId xmlns:a16="http://schemas.microsoft.com/office/drawing/2014/main" val="2602478699"/>
                        </a:ext>
                      </a:extLst>
                    </a:gridCol>
                  </a:tblGrid>
                  <a:tr h="1638193">
                    <a:tc>
                      <a:txBody>
                        <a:bodyPr/>
                        <a:lstStyle/>
                        <a:p>
                          <a:endParaRPr lang="ru-RU"/>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3"/>
                          <a:stretch>
                            <a:fillRect t="-1859" r="-200348" b="-200743"/>
                          </a:stretch>
                        </a:blipFill>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3"/>
                          <a:stretch>
                            <a:fillRect l="-99826" t="-1859" r="-100000" b="-200743"/>
                          </a:stretch>
                        </a:blipFill>
                      </a:tcPr>
                    </a:tc>
                    <a:tc>
                      <a:txBody>
                        <a:bodyPr/>
                        <a:lstStyle/>
                        <a:p>
                          <a:endParaRPr lang="ru-RU"/>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blipFill>
                          <a:blip r:embed="rId3"/>
                          <a:stretch>
                            <a:fillRect l="-200174" t="-1859" r="-174" b="-200743"/>
                          </a:stretch>
                        </a:blipFill>
                      </a:tcPr>
                    </a:tc>
                    <a:extLst>
                      <a:ext uri="{0D108BD9-81ED-4DB2-BD59-A6C34878D82A}">
                        <a16:rowId xmlns:a16="http://schemas.microsoft.com/office/drawing/2014/main" val="3064523576"/>
                      </a:ext>
                    </a:extLst>
                  </a:tr>
                  <a:tr h="1638193">
                    <a:tc>
                      <a:txBody>
                        <a:bodyPr/>
                        <a:lstStyle/>
                        <a:p>
                          <a:endParaRPr lang="ru-RU"/>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t="-101481" r="-200348" b="-100000"/>
                          </a:stretch>
                        </a:blipFill>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9826" t="-101481" r="-100000" b="-100000"/>
                          </a:stretch>
                        </a:blipFill>
                      </a:tcPr>
                    </a:tc>
                    <a:tc>
                      <a:txBody>
                        <a:bodyPr/>
                        <a:lstStyle/>
                        <a:p>
                          <a:endParaRPr lang="ru-RU"/>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174" t="-101481" r="-174" b="-100000"/>
                          </a:stretch>
                        </a:blipFill>
                      </a:tcPr>
                    </a:tc>
                    <a:extLst>
                      <a:ext uri="{0D108BD9-81ED-4DB2-BD59-A6C34878D82A}">
                        <a16:rowId xmlns:a16="http://schemas.microsoft.com/office/drawing/2014/main" val="1245876244"/>
                      </a:ext>
                    </a:extLst>
                  </a:tr>
                  <a:tr h="1638193">
                    <a:tc>
                      <a:txBody>
                        <a:bodyPr/>
                        <a:lstStyle/>
                        <a:p>
                          <a:endParaRPr lang="ru-RU"/>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3"/>
                          <a:stretch>
                            <a:fillRect t="-202230" r="-200348" b="-372"/>
                          </a:stretch>
                        </a:blipFill>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3"/>
                          <a:stretch>
                            <a:fillRect l="-99826" t="-202230" r="-100000" b="-372"/>
                          </a:stretch>
                        </a:blipFill>
                      </a:tcPr>
                    </a:tc>
                    <a:tc>
                      <a:txBody>
                        <a:bodyPr/>
                        <a:lstStyle/>
                        <a:p>
                          <a:endParaRPr lang="ru-RU"/>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blipFill>
                          <a:blip r:embed="rId3"/>
                          <a:stretch>
                            <a:fillRect l="-200174" t="-202230" r="-174" b="-372"/>
                          </a:stretch>
                        </a:blipFill>
                      </a:tcPr>
                    </a:tc>
                    <a:extLst>
                      <a:ext uri="{0D108BD9-81ED-4DB2-BD59-A6C34878D82A}">
                        <a16:rowId xmlns:a16="http://schemas.microsoft.com/office/drawing/2014/main" val="817984837"/>
                      </a:ext>
                    </a:extLst>
                  </a:tr>
                </a:tbl>
              </a:graphicData>
            </a:graphic>
          </p:graphicFrame>
        </mc:Fallback>
      </mc:AlternateContent>
      <p:sp>
        <p:nvSpPr>
          <p:cNvPr id="4" name="Номер слайда 3">
            <a:extLst>
              <a:ext uri="{FF2B5EF4-FFF2-40B4-BE49-F238E27FC236}">
                <a16:creationId xmlns:a16="http://schemas.microsoft.com/office/drawing/2014/main" id="{620AA571-792E-B9BE-8AF2-B351E8E8B414}"/>
              </a:ext>
            </a:extLst>
          </p:cNvPr>
          <p:cNvSpPr>
            <a:spLocks noGrp="1"/>
          </p:cNvSpPr>
          <p:nvPr>
            <p:ph type="sldNum" sz="quarter" idx="12"/>
          </p:nvPr>
        </p:nvSpPr>
        <p:spPr/>
        <p:txBody>
          <a:bodyPr/>
          <a:lstStyle/>
          <a:p>
            <a:fld id="{81C5FB71-5E9C-41B5-9BB8-3F1EBEAEB16A}" type="slidenum">
              <a:rPr lang="ru-RU" smtClean="0"/>
              <a:t>10</a:t>
            </a:fld>
            <a:endParaRPr lang="ru-RU"/>
          </a:p>
        </p:txBody>
      </p:sp>
    </p:spTree>
    <p:extLst>
      <p:ext uri="{BB962C8B-B14F-4D97-AF65-F5344CB8AC3E}">
        <p14:creationId xmlns:p14="http://schemas.microsoft.com/office/powerpoint/2010/main" val="2882997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15A42B-61FA-A2C6-D2CD-5A7AFABDE62D}"/>
              </a:ext>
            </a:extLst>
          </p:cNvPr>
          <p:cNvSpPr>
            <a:spLocks noGrp="1"/>
          </p:cNvSpPr>
          <p:nvPr>
            <p:ph type="title"/>
          </p:nvPr>
        </p:nvSpPr>
        <p:spPr/>
        <p:txBody>
          <a:bodyPr/>
          <a:lstStyle/>
          <a:p>
            <a:r>
              <a:rPr lang="ru-RU" dirty="0"/>
              <a:t>Распределения вероятностей</a:t>
            </a:r>
          </a:p>
        </p:txBody>
      </p:sp>
      <p:sp>
        <p:nvSpPr>
          <p:cNvPr id="4" name="Номер слайда 3">
            <a:extLst>
              <a:ext uri="{FF2B5EF4-FFF2-40B4-BE49-F238E27FC236}">
                <a16:creationId xmlns:a16="http://schemas.microsoft.com/office/drawing/2014/main" id="{C8B7C83B-3BA6-0273-1AE7-BEF01248B4FE}"/>
              </a:ext>
            </a:extLst>
          </p:cNvPr>
          <p:cNvSpPr>
            <a:spLocks noGrp="1"/>
          </p:cNvSpPr>
          <p:nvPr>
            <p:ph type="sldNum" sz="quarter" idx="12"/>
          </p:nvPr>
        </p:nvSpPr>
        <p:spPr/>
        <p:txBody>
          <a:bodyPr/>
          <a:lstStyle/>
          <a:p>
            <a:fld id="{81C5FB71-5E9C-41B5-9BB8-3F1EBEAEB16A}" type="slidenum">
              <a:rPr lang="ru-RU" smtClean="0"/>
              <a:t>11</a:t>
            </a:fld>
            <a:endParaRPr lang="ru-RU"/>
          </a:p>
        </p:txBody>
      </p:sp>
      <p:pic>
        <p:nvPicPr>
          <p:cNvPr id="3074" name="Picture 2" descr="Picture background">
            <a:extLst>
              <a:ext uri="{FF2B5EF4-FFF2-40B4-BE49-F238E27FC236}">
                <a16:creationId xmlns:a16="http://schemas.microsoft.com/office/drawing/2014/main" id="{5EB650C6-C944-3E70-9A53-D4E14C72E27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6145" r="10654" b="16291"/>
          <a:stretch/>
        </p:blipFill>
        <p:spPr bwMode="auto">
          <a:xfrm>
            <a:off x="2333367" y="1170847"/>
            <a:ext cx="7525265" cy="5076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23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76475A-C049-7446-7E5B-C4647A0B09DE}"/>
              </a:ext>
            </a:extLst>
          </p:cNvPr>
          <p:cNvSpPr>
            <a:spLocks noGrp="1"/>
          </p:cNvSpPr>
          <p:nvPr>
            <p:ph type="title"/>
          </p:nvPr>
        </p:nvSpPr>
        <p:spPr/>
        <p:txBody>
          <a:bodyPr/>
          <a:lstStyle/>
          <a:p>
            <a:r>
              <a:rPr lang="ru-RU" dirty="0"/>
              <a:t>Центральная предельная теорема</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CF4E698-9369-8B12-96ED-DD2279DAEC5F}"/>
                  </a:ext>
                </a:extLst>
              </p:cNvPr>
              <p:cNvSpPr>
                <a:spLocks noGrp="1"/>
              </p:cNvSpPr>
              <p:nvPr>
                <p:ph idx="1"/>
              </p:nvPr>
            </p:nvSpPr>
            <p:spPr/>
            <p:txBody>
              <a:bodyPr>
                <a:normAutofit/>
              </a:bodyPr>
              <a:lstStyle/>
              <a:p>
                <a:pPr marL="0" indent="0">
                  <a:buNone/>
                </a:pPr>
                <a:r>
                  <a:rPr lang="ru-RU" sz="2400" b="0" i="0" dirty="0">
                    <a:solidFill>
                      <a:srgbClr val="202122"/>
                    </a:solidFill>
                    <a:effectLst/>
                  </a:rPr>
                  <a:t>Какова бы ни была форма распределения генеральной совокупности, распределение выборочного среднего стремится к нормальному, а его дисперсия задается центральной предельной теоремой.</a:t>
                </a:r>
              </a:p>
              <a:p>
                <a:pPr marL="0" indent="0">
                  <a:buNone/>
                </a:pPr>
                <a:r>
                  <a:rPr lang="ru-RU" sz="2400" dirty="0"/>
                  <a:t>Классическая центральная предельная теорема утверждает, что сумма 𝑛 независимых одинаково распределённых случайных величин имеет распределение, близкое к </a:t>
                </a:r>
                <a14:m>
                  <m:oMath xmlns:m="http://schemas.openxmlformats.org/officeDocument/2006/math">
                    <m:r>
                      <a:rPr lang="en-US" sz="2400" b="0" i="1" smtClean="0">
                        <a:latin typeface="Cambria Math" panose="02040503050406030204" pitchFamily="18" charset="0"/>
                      </a:rPr>
                      <m:t>𝑁</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𝜇</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r>
                          <a:rPr lang="en-US" sz="2400" b="0" i="1" smtClean="0">
                            <a:latin typeface="Cambria Math" panose="02040503050406030204" pitchFamily="18" charset="0"/>
                          </a:rPr>
                          <m:t>𝜎</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oMath>
                </a14:m>
                <a:r>
                  <a:rPr lang="en-US" sz="2400" dirty="0"/>
                  <a:t>.</a:t>
                </a:r>
                <a:endParaRPr lang="ru-RU" sz="2400" dirty="0"/>
              </a:p>
            </p:txBody>
          </p:sp>
        </mc:Choice>
        <mc:Fallback xmlns="">
          <p:sp>
            <p:nvSpPr>
              <p:cNvPr id="3" name="Объект 2">
                <a:extLst>
                  <a:ext uri="{FF2B5EF4-FFF2-40B4-BE49-F238E27FC236}">
                    <a16:creationId xmlns:a16="http://schemas.microsoft.com/office/drawing/2014/main" id="{3CF4E698-9369-8B12-96ED-DD2279DAEC5F}"/>
                  </a:ext>
                </a:extLst>
              </p:cNvPr>
              <p:cNvSpPr>
                <a:spLocks noGrp="1" noRot="1" noChangeAspect="1" noMove="1" noResize="1" noEditPoints="1" noAdjustHandles="1" noChangeArrowheads="1" noChangeShapeType="1" noTextEdit="1"/>
              </p:cNvSpPr>
              <p:nvPr>
                <p:ph idx="1"/>
              </p:nvPr>
            </p:nvSpPr>
            <p:spPr>
              <a:blipFill>
                <a:blip r:embed="rId2"/>
                <a:stretch>
                  <a:fillRect l="-928" t="-177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4E7611B8-567E-6BB7-A6A4-68D579C6C3B5}"/>
              </a:ext>
            </a:extLst>
          </p:cNvPr>
          <p:cNvSpPr>
            <a:spLocks noGrp="1"/>
          </p:cNvSpPr>
          <p:nvPr>
            <p:ph type="sldNum" sz="quarter" idx="12"/>
          </p:nvPr>
        </p:nvSpPr>
        <p:spPr/>
        <p:txBody>
          <a:bodyPr/>
          <a:lstStyle/>
          <a:p>
            <a:fld id="{81C5FB71-5E9C-41B5-9BB8-3F1EBEAEB16A}" type="slidenum">
              <a:rPr lang="ru-RU" smtClean="0"/>
              <a:t>12</a:t>
            </a:fld>
            <a:endParaRPr lang="ru-RU" dirty="0"/>
          </a:p>
        </p:txBody>
      </p:sp>
      <p:pic>
        <p:nvPicPr>
          <p:cNvPr id="9221" name="Picture 5">
            <a:extLst>
              <a:ext uri="{FF2B5EF4-FFF2-40B4-BE49-F238E27FC236}">
                <a16:creationId xmlns:a16="http://schemas.microsoft.com/office/drawing/2014/main" id="{33C181C3-2756-5AF2-1C21-06C89997EC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407" y="3742337"/>
            <a:ext cx="7093186" cy="2979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031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6D4EB5-61BE-AD94-1DA3-3895E40ED7AE}"/>
              </a:ext>
            </a:extLst>
          </p:cNvPr>
          <p:cNvSpPr>
            <a:spLocks noGrp="1"/>
          </p:cNvSpPr>
          <p:nvPr>
            <p:ph type="title"/>
          </p:nvPr>
        </p:nvSpPr>
        <p:spPr/>
        <p:txBody>
          <a:bodyPr/>
          <a:lstStyle/>
          <a:p>
            <a:r>
              <a:rPr lang="ru-RU" dirty="0"/>
              <a:t>Нормальное распределение</a:t>
            </a:r>
          </a:p>
        </p:txBody>
      </p:sp>
      <mc:AlternateContent xmlns:mc="http://schemas.openxmlformats.org/markup-compatibility/2006" xmlns:a14="http://schemas.microsoft.com/office/drawing/2010/main">
        <mc:Choice Requires="a14">
          <p:sp>
            <p:nvSpPr>
              <p:cNvPr id="6" name="Объект 5">
                <a:extLst>
                  <a:ext uri="{FF2B5EF4-FFF2-40B4-BE49-F238E27FC236}">
                    <a16:creationId xmlns:a16="http://schemas.microsoft.com/office/drawing/2014/main" id="{21D2C99A-6622-825D-5D7E-CCC38B0AD151}"/>
                  </a:ext>
                </a:extLst>
              </p:cNvPr>
              <p:cNvSpPr>
                <a:spLocks noGrp="1"/>
              </p:cNvSpPr>
              <p:nvPr>
                <p:ph sz="half" idx="1"/>
              </p:nvPr>
            </p:nvSpPr>
            <p:spPr>
              <a:xfrm>
                <a:off x="838199" y="1350233"/>
                <a:ext cx="5979289" cy="4826729"/>
              </a:xfrm>
            </p:spPr>
            <p:txBody>
              <a:bodyPr>
                <a:normAutofit fontScale="77500" lnSpcReduction="20000"/>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𝜎</m:t>
                          </m:r>
                        </m:e>
                      </m:d>
                      <m:r>
                        <a:rPr lang="en-US" b="0" i="1" smtClean="0">
                          <a:latin typeface="Cambria Math" panose="02040503050406030204" pitchFamily="18" charset="0"/>
                        </a:rPr>
                        <m:t>,</m:t>
                      </m:r>
                    </m:oMath>
                  </m:oMathPara>
                </a14:m>
                <a:endParaRPr lang="en-US" dirty="0"/>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𝜇</m:t>
                      </m:r>
                      <m:r>
                        <a:rPr lang="en-US" b="0" i="1" smtClean="0">
                          <a:latin typeface="Cambria Math" panose="02040503050406030204" pitchFamily="18" charset="0"/>
                        </a:rPr>
                        <m:t>,</m:t>
                      </m:r>
                      <m:r>
                        <m:rPr>
                          <m:lit/>
                        </m:rPr>
                        <a:rPr lang="en-US" b="0" i="1" smtClean="0">
                          <a:latin typeface="Cambria Math" panose="02040503050406030204" pitchFamily="18" charset="0"/>
                        </a:rPr>
                        <m:t> </m:t>
                      </m:r>
                      <m:r>
                        <a:rPr lang="en-US" b="0" i="1" smtClean="0">
                          <a:latin typeface="Cambria Math" panose="02040503050406030204" pitchFamily="18" charset="0"/>
                        </a:rPr>
                        <m:t>𝜎</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a:rPr lang="en-US" b="0" i="1" smtClean="0">
                                  <a:latin typeface="Cambria Math" panose="02040503050406030204" pitchFamily="18" charset="0"/>
                                </a:rPr>
                                <m:t>𝜋</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e>
                          </m:rad>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den>
                          </m:f>
                        </m:sup>
                      </m:sSup>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𝑀</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𝜁</m:t>
                          </m:r>
                          <m:r>
                            <a:rPr lang="en-US" b="0" i="1" smtClean="0">
                              <a:latin typeface="Cambria Math" panose="02040503050406030204" pitchFamily="18" charset="0"/>
                            </a:rPr>
                            <m:t>=1</m:t>
                          </m:r>
                        </m:sub>
                        <m:sup>
                          <m:r>
                            <m:rPr>
                              <m:sty m:val="p"/>
                            </m:rPr>
                            <a:rPr lang="en-US" b="0" i="0" smtClean="0">
                              <a:latin typeface="Cambria Math" panose="02040503050406030204" pitchFamily="18" charset="0"/>
                            </a:rPr>
                            <m:t>Ζ</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d>
                                <m:dPr>
                                  <m:ctrlPr>
                                    <a:rPr lang="en-US" b="0" i="1" smtClean="0">
                                      <a:latin typeface="Cambria Math" panose="02040503050406030204" pitchFamily="18" charset="0"/>
                                    </a:rPr>
                                  </m:ctrlPr>
                                </m:dPr>
                                <m:e>
                                  <m:r>
                                    <a:rPr lang="en-US" b="0" i="1" smtClean="0">
                                      <a:latin typeface="Cambria Math" panose="02040503050406030204" pitchFamily="18" charset="0"/>
                                    </a:rPr>
                                    <m:t>𝜁</m:t>
                                  </m:r>
                                </m:e>
                              </m:d>
                            </m:sub>
                          </m:sSub>
                          <m:r>
                            <a:rPr lang="en-US" b="0" i="1" smtClean="0">
                              <a:latin typeface="Cambria Math" panose="02040503050406030204" pitchFamily="18" charset="0"/>
                            </a:rPr>
                            <m:t> </m:t>
                          </m:r>
                        </m:e>
                      </m:nary>
                      <m:r>
                        <a:rPr lang="en-US" b="0" i="1" smtClean="0">
                          <a:latin typeface="Cambria Math" panose="02040503050406030204" pitchFamily="18" charset="0"/>
                        </a:rPr>
                        <m:t>≈</m:t>
                      </m:r>
                      <m:bar>
                        <m:barPr>
                          <m:pos m:val="top"/>
                          <m:ctrlPr>
                            <a:rPr lang="en-US" b="0" i="1" smtClean="0">
                              <a:latin typeface="Cambria Math" panose="02040503050406030204" pitchFamily="18" charset="0"/>
                            </a:rPr>
                          </m:ctrlPr>
                        </m:barPr>
                        <m:e>
                          <m:r>
                            <a:rPr lang="en-US" b="0" i="1" smtClean="0">
                              <a:latin typeface="Cambria Math" panose="02040503050406030204" pitchFamily="18" charset="0"/>
                            </a:rPr>
                            <m:t>𝑥</m:t>
                          </m:r>
                        </m:e>
                      </m:bar>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𝜁</m:t>
                          </m:r>
                          <m:r>
                            <a:rPr lang="en-US" b="0" i="1" smtClean="0">
                              <a:latin typeface="Cambria Math" panose="02040503050406030204" pitchFamily="18" charset="0"/>
                            </a:rPr>
                            <m:t>=1</m:t>
                          </m:r>
                        </m:sub>
                        <m:sup>
                          <m:r>
                            <m:rPr>
                              <m:sty m:val="p"/>
                            </m:rPr>
                            <a:rPr lang="en-US" b="0" i="0" smtClean="0">
                              <a:latin typeface="Cambria Math" panose="02040503050406030204" pitchFamily="18" charset="0"/>
                            </a:rPr>
                            <m:t>Ζ</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m:t>
                              </m:r>
                              <m:r>
                                <a:rPr lang="en-US" b="0" i="1" smtClean="0">
                                  <a:latin typeface="Cambria Math" panose="02040503050406030204" pitchFamily="18" charset="0"/>
                                </a:rPr>
                                <m:t>𝜁</m:t>
                              </m:r>
                              <m:r>
                                <a:rPr lang="en-US" b="0" i="1" smtClean="0">
                                  <a:latin typeface="Cambria Math" panose="02040503050406030204" pitchFamily="18" charset="0"/>
                                </a:rPr>
                                <m:t>)</m:t>
                              </m:r>
                            </m:sub>
                          </m:sSub>
                        </m:e>
                      </m:nary>
                      <m:r>
                        <a:rPr lang="en-US" b="0" i="1" smtClean="0">
                          <a:latin typeface="Cambria Math" panose="02040503050406030204" pitchFamily="18" charset="0"/>
                        </a:rPr>
                        <m:t>=1</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m:t>
                      </m:r>
                      <m:rad>
                        <m:radPr>
                          <m:degHide m:val="on"/>
                          <m:ctrlPr>
                            <a:rPr lang="ru-RU" b="0" i="1" smtClean="0">
                              <a:latin typeface="Cambria Math" panose="02040503050406030204" pitchFamily="18" charset="0"/>
                            </a:rPr>
                          </m:ctrlPr>
                        </m:radPr>
                        <m:deg/>
                        <m:e>
                          <m:r>
                            <a:rPr lang="en-US" b="0" i="1" smtClean="0">
                              <a:latin typeface="Cambria Math" panose="02040503050406030204" pitchFamily="18" charset="0"/>
                            </a:rPr>
                            <m:t>𝑀</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𝑀</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e>
                                  </m:d>
                                </m:e>
                                <m:sup>
                                  <m:r>
                                    <a:rPr lang="en-US" b="0" i="1" smtClean="0">
                                      <a:latin typeface="Cambria Math" panose="02040503050406030204" pitchFamily="18" charset="0"/>
                                    </a:rPr>
                                    <m:t>2</m:t>
                                  </m:r>
                                </m:sup>
                              </m:sSup>
                            </m:e>
                          </m:d>
                        </m:e>
                      </m:ra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𝜁</m:t>
                          </m:r>
                          <m:r>
                            <a:rPr lang="en-US" b="0" i="1" smtClean="0">
                              <a:latin typeface="Cambria Math" panose="02040503050406030204" pitchFamily="18" charset="0"/>
                            </a:rPr>
                            <m:t>=1</m:t>
                          </m:r>
                        </m:sub>
                        <m:sup>
                          <m:r>
                            <m:rPr>
                              <m:sty m:val="p"/>
                            </m:rPr>
                            <a:rPr lang="en-US" b="0" i="0" smtClean="0">
                              <a:latin typeface="Cambria Math" panose="02040503050406030204" pitchFamily="18" charset="0"/>
                            </a:rPr>
                            <m:t>Ζ</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𝜁</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e>
                      </m:nary>
                      <m:r>
                        <a:rPr lang="en-US" b="0" i="1" smtClean="0">
                          <a:latin typeface="Cambria Math" panose="02040503050406030204" pitchFamily="18" charset="0"/>
                        </a:rPr>
                        <m:t>≈</m:t>
                      </m:r>
                      <m:r>
                        <a:rPr lang="ru-RU" b="0" i="1" smtClean="0">
                          <a:latin typeface="Cambria Math" panose="02040503050406030204" pitchFamily="18" charset="0"/>
                        </a:rPr>
                        <m:t>СКО</m:t>
                      </m:r>
                    </m:oMath>
                  </m:oMathPara>
                </a14:m>
                <a:endParaRPr lang="en-US" b="0" dirty="0"/>
              </a:p>
              <a:p>
                <a:pPr marL="0" indent="0">
                  <a:buNone/>
                </a:pPr>
                <a:endParaRPr lang="ru-RU" dirty="0"/>
              </a:p>
            </p:txBody>
          </p:sp>
        </mc:Choice>
        <mc:Fallback xmlns="">
          <p:sp>
            <p:nvSpPr>
              <p:cNvPr id="6" name="Объект 5">
                <a:extLst>
                  <a:ext uri="{FF2B5EF4-FFF2-40B4-BE49-F238E27FC236}">
                    <a16:creationId xmlns:a16="http://schemas.microsoft.com/office/drawing/2014/main" id="{21D2C99A-6622-825D-5D7E-CCC38B0AD151}"/>
                  </a:ext>
                </a:extLst>
              </p:cNvPr>
              <p:cNvSpPr>
                <a:spLocks noGrp="1" noRot="1" noChangeAspect="1" noMove="1" noResize="1" noEditPoints="1" noAdjustHandles="1" noChangeArrowheads="1" noChangeShapeType="1" noTextEdit="1"/>
              </p:cNvSpPr>
              <p:nvPr>
                <p:ph sz="half" idx="1"/>
              </p:nvPr>
            </p:nvSpPr>
            <p:spPr>
              <a:xfrm>
                <a:off x="838199" y="1350233"/>
                <a:ext cx="5979289" cy="4826729"/>
              </a:xfrm>
              <a:blipFill>
                <a:blip r:embed="rId2"/>
                <a:stretch>
                  <a:fillRect/>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28DA13D3-68EE-DF89-608A-BE17E4683AE6}"/>
              </a:ext>
            </a:extLst>
          </p:cNvPr>
          <p:cNvSpPr>
            <a:spLocks noGrp="1"/>
          </p:cNvSpPr>
          <p:nvPr>
            <p:ph type="sldNum" sz="quarter" idx="12"/>
          </p:nvPr>
        </p:nvSpPr>
        <p:spPr/>
        <p:txBody>
          <a:bodyPr/>
          <a:lstStyle/>
          <a:p>
            <a:fld id="{81C5FB71-5E9C-41B5-9BB8-3F1EBEAEB16A}" type="slidenum">
              <a:rPr lang="ru-RU" smtClean="0"/>
              <a:t>13</a:t>
            </a:fld>
            <a:endParaRPr lang="ru-RU"/>
          </a:p>
        </p:txBody>
      </p:sp>
      <p:pic>
        <p:nvPicPr>
          <p:cNvPr id="8" name="Picture 2" descr="Picture background">
            <a:extLst>
              <a:ext uri="{FF2B5EF4-FFF2-40B4-BE49-F238E27FC236}">
                <a16:creationId xmlns:a16="http://schemas.microsoft.com/office/drawing/2014/main" id="{7F313C00-FC36-78FD-582F-59660E04DACF}"/>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6924554" y="1928015"/>
            <a:ext cx="5181600" cy="3671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404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5E7E25-6971-AF3F-AE05-21599CABE899}"/>
              </a:ext>
            </a:extLst>
          </p:cNvPr>
          <p:cNvSpPr>
            <a:spLocks noGrp="1"/>
          </p:cNvSpPr>
          <p:nvPr>
            <p:ph type="title"/>
          </p:nvPr>
        </p:nvSpPr>
        <p:spPr/>
        <p:txBody>
          <a:bodyPr/>
          <a:lstStyle/>
          <a:p>
            <a:r>
              <a:rPr lang="ru-RU" dirty="0" err="1"/>
              <a:t>Бутстрап</a:t>
            </a:r>
            <a:r>
              <a:rPr lang="ru-RU" dirty="0"/>
              <a:t> (</a:t>
            </a:r>
            <a:r>
              <a:rPr lang="en-US" dirty="0"/>
              <a:t>Bootstrap</a:t>
            </a:r>
            <a:r>
              <a:rPr lang="ru-RU" dirty="0"/>
              <a:t>)</a:t>
            </a:r>
          </a:p>
        </p:txBody>
      </p:sp>
      <p:sp>
        <p:nvSpPr>
          <p:cNvPr id="4" name="Номер слайда 3">
            <a:extLst>
              <a:ext uri="{FF2B5EF4-FFF2-40B4-BE49-F238E27FC236}">
                <a16:creationId xmlns:a16="http://schemas.microsoft.com/office/drawing/2014/main" id="{A7CA46F3-7706-E084-EB33-3D8966D75E68}"/>
              </a:ext>
            </a:extLst>
          </p:cNvPr>
          <p:cNvSpPr>
            <a:spLocks noGrp="1"/>
          </p:cNvSpPr>
          <p:nvPr>
            <p:ph type="sldNum" sz="quarter" idx="12"/>
          </p:nvPr>
        </p:nvSpPr>
        <p:spPr/>
        <p:txBody>
          <a:bodyPr/>
          <a:lstStyle/>
          <a:p>
            <a:fld id="{81C5FB71-5E9C-41B5-9BB8-3F1EBEAEB16A}" type="slidenum">
              <a:rPr lang="ru-RU" smtClean="0"/>
              <a:t>14</a:t>
            </a:fld>
            <a:endParaRPr lang="ru-RU"/>
          </a:p>
        </p:txBody>
      </p:sp>
      <p:pic>
        <p:nvPicPr>
          <p:cNvPr id="20482" name="Picture 2" descr="Picture background">
            <a:extLst>
              <a:ext uri="{FF2B5EF4-FFF2-40B4-BE49-F238E27FC236}">
                <a16:creationId xmlns:a16="http://schemas.microsoft.com/office/drawing/2014/main" id="{376E0F23-14F7-0551-CBAA-DD2612C7A2A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6952" y="1825074"/>
            <a:ext cx="9438095" cy="3885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859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C233E5-F23A-E50F-C33B-D9788F71F1B8}"/>
              </a:ext>
            </a:extLst>
          </p:cNvPr>
          <p:cNvSpPr>
            <a:spLocks noGrp="1"/>
          </p:cNvSpPr>
          <p:nvPr>
            <p:ph type="title"/>
          </p:nvPr>
        </p:nvSpPr>
        <p:spPr/>
        <p:txBody>
          <a:bodyPr/>
          <a:lstStyle/>
          <a:p>
            <a:r>
              <a:rPr lang="en-US" dirty="0"/>
              <a:t>T-</a:t>
            </a:r>
            <a:r>
              <a:rPr lang="ru-RU" dirty="0"/>
              <a:t>распределение Стьюдента</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7003738-4954-6952-278B-332871140806}"/>
                  </a:ext>
                </a:extLst>
              </p:cNvPr>
              <p:cNvSpPr>
                <a:spLocks noGrp="1"/>
              </p:cNvSpPr>
              <p:nvPr>
                <p:ph idx="1"/>
              </p:nvPr>
            </p:nvSpPr>
            <p:spPr/>
            <p:txBody>
              <a:bodyPr/>
              <a:lstStyle/>
              <a:p>
                <a:r>
                  <a:rPr lang="ru-RU" dirty="0"/>
                  <a:t>Форма t-распределения зависит от числа степеней свободы выборки </a:t>
                </a:r>
              </a:p>
              <a:p>
                <a:r>
                  <a:rPr lang="ru-RU" dirty="0"/>
                  <a:t>В случае t-распределения основной эффект на число степеней свободы оказывает размер выборки </a:t>
                </a:r>
              </a:p>
              <a:p>
                <a:r>
                  <a:rPr lang="ru-RU" dirty="0"/>
                  <a:t>t-распределение непрерывное и симметричное</a:t>
                </a:r>
              </a:p>
              <a:p>
                <a14:m>
                  <m:oMath xmlns:m="http://schemas.openxmlformats.org/officeDocument/2006/math">
                    <m:r>
                      <a:rPr lang="en-US" b="1" i="1" smtClean="0">
                        <a:latin typeface="Cambria Math" panose="02040503050406030204" pitchFamily="18" charset="0"/>
                      </a:rPr>
                      <m:t>𝒕</m:t>
                    </m:r>
                    <m:r>
                      <a:rPr lang="en-US" b="1" i="1" smtClean="0">
                        <a:latin typeface="Cambria Math" panose="02040503050406030204" pitchFamily="18" charset="0"/>
                      </a:rPr>
                      <m:t>=</m:t>
                    </m:r>
                    <m:f>
                      <m:fPr>
                        <m:ctrlPr>
                          <a:rPr lang="en-US" b="1" i="1" smtClean="0">
                            <a:latin typeface="Cambria Math" panose="02040503050406030204" pitchFamily="18" charset="0"/>
                          </a:rPr>
                        </m:ctrlPr>
                      </m:fPr>
                      <m:num>
                        <m:sSub>
                          <m:sSubPr>
                            <m:ctrlPr>
                              <a:rPr lang="en-US" b="1" i="1" smtClean="0">
                                <a:latin typeface="Cambria Math" panose="02040503050406030204" pitchFamily="18" charset="0"/>
                              </a:rPr>
                            </m:ctrlPr>
                          </m:sSubPr>
                          <m:e>
                            <m:r>
                              <a:rPr lang="en-US" b="1" i="1" smtClean="0">
                                <a:latin typeface="Cambria Math" panose="02040503050406030204" pitchFamily="18" charset="0"/>
                              </a:rPr>
                              <m:t>𝒀</m:t>
                            </m:r>
                          </m:e>
                          <m:sub>
                            <m:r>
                              <a:rPr lang="en-US" b="1" i="1" smtClean="0">
                                <a:latin typeface="Cambria Math" panose="02040503050406030204" pitchFamily="18" charset="0"/>
                              </a:rPr>
                              <m:t>𝟎</m:t>
                            </m:r>
                          </m:sub>
                        </m:sSub>
                      </m:num>
                      <m:den>
                        <m:rad>
                          <m:radPr>
                            <m:degHide m:val="on"/>
                            <m:ctrlPr>
                              <a:rPr lang="en-US" b="1" i="1" smtClean="0">
                                <a:latin typeface="Cambria Math" panose="02040503050406030204" pitchFamily="18" charset="0"/>
                              </a:rPr>
                            </m:ctrlPr>
                          </m:radPr>
                          <m:deg/>
                          <m:e>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r>
                                  <a:rPr lang="en-US" b="1" i="1" smtClean="0">
                                    <a:latin typeface="Cambria Math" panose="02040503050406030204" pitchFamily="18" charset="0"/>
                                  </a:rPr>
                                  <m:t>𝒏</m:t>
                                </m:r>
                              </m:den>
                            </m:f>
                            <m:nary>
                              <m:naryPr>
                                <m:chr m:val="∑"/>
                                <m:ctrlPr>
                                  <a:rPr lang="en-US" b="1" i="1" smtClean="0">
                                    <a:latin typeface="Cambria Math" panose="02040503050406030204" pitchFamily="18" charset="0"/>
                                  </a:rPr>
                                </m:ctrlPr>
                              </m:naryPr>
                              <m:sub>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𝒏</m:t>
                                </m:r>
                              </m:sup>
                              <m:e>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𝒀</m:t>
                                    </m:r>
                                  </m:e>
                                  <m:sub>
                                    <m:r>
                                      <a:rPr lang="en-US" b="1" i="1" smtClean="0">
                                        <a:latin typeface="Cambria Math" panose="02040503050406030204" pitchFamily="18" charset="0"/>
                                      </a:rPr>
                                      <m:t>𝒊</m:t>
                                    </m:r>
                                  </m:sub>
                                  <m:sup>
                                    <m:r>
                                      <a:rPr lang="en-US" b="1" i="1" smtClean="0">
                                        <a:latin typeface="Cambria Math" panose="02040503050406030204" pitchFamily="18" charset="0"/>
                                      </a:rPr>
                                      <m:t>𝟐</m:t>
                                    </m:r>
                                  </m:sup>
                                </m:sSubSup>
                                <m:r>
                                  <a:rPr lang="en-US" b="1" i="1" smtClean="0">
                                    <a:latin typeface="Cambria Math" panose="02040503050406030204" pitchFamily="18" charset="0"/>
                                  </a:rPr>
                                  <m:t> </m:t>
                                </m:r>
                              </m:e>
                            </m:nary>
                          </m:e>
                        </m:rad>
                      </m:den>
                    </m:f>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𝒀</m:t>
                        </m:r>
                      </m:e>
                      <m:sub>
                        <m:r>
                          <a:rPr lang="en-US" b="1" i="1" smtClean="0">
                            <a:latin typeface="Cambria Math" panose="02040503050406030204" pitchFamily="18" charset="0"/>
                          </a:rPr>
                          <m:t>𝒊</m:t>
                        </m:r>
                      </m:sub>
                    </m:sSub>
                    <m:r>
                      <a:rPr lang="en-US" b="1" i="1" smtClean="0">
                        <a:latin typeface="Cambria Math" panose="02040503050406030204" pitchFamily="18" charset="0"/>
                      </a:rPr>
                      <m:t>∼</m:t>
                    </m:r>
                    <m:r>
                      <a:rPr lang="en-US" b="1" i="1" smtClean="0">
                        <a:latin typeface="Cambria Math" panose="02040503050406030204" pitchFamily="18" charset="0"/>
                      </a:rPr>
                      <m:t>𝑵</m:t>
                    </m:r>
                    <m:d>
                      <m:dPr>
                        <m:endChr m:val="|"/>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b="1" i="1" smtClean="0">
                            <a:latin typeface="Cambria Math" panose="02040503050406030204" pitchFamily="18" charset="0"/>
                          </a:rPr>
                          <m:t> </m:t>
                        </m:r>
                      </m:e>
                    </m:d>
                    <m:r>
                      <a:rPr lang="en-US" b="1" i="1" smtClean="0">
                        <a:latin typeface="Cambria Math" panose="02040503050406030204" pitchFamily="18" charset="0"/>
                      </a:rPr>
                      <m:t> </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oMath>
                </a14:m>
                <a:endParaRPr lang="ru-RU" b="1" dirty="0"/>
              </a:p>
              <a:p>
                <a:pPr marL="0" indent="0">
                  <a:buNone/>
                </a:pPr>
                <a:endParaRPr lang="ru-RU" b="1" dirty="0"/>
              </a:p>
            </p:txBody>
          </p:sp>
        </mc:Choice>
        <mc:Fallback xmlns="">
          <p:sp>
            <p:nvSpPr>
              <p:cNvPr id="3" name="Объект 2">
                <a:extLst>
                  <a:ext uri="{FF2B5EF4-FFF2-40B4-BE49-F238E27FC236}">
                    <a16:creationId xmlns:a16="http://schemas.microsoft.com/office/drawing/2014/main" id="{D7003738-4954-6952-278B-332871140806}"/>
                  </a:ext>
                </a:extLst>
              </p:cNvPr>
              <p:cNvSpPr>
                <a:spLocks noGrp="1" noRot="1" noChangeAspect="1" noMove="1" noResize="1" noEditPoints="1" noAdjustHandles="1" noChangeArrowheads="1" noChangeShapeType="1" noTextEdit="1"/>
              </p:cNvSpPr>
              <p:nvPr>
                <p:ph idx="1"/>
              </p:nvPr>
            </p:nvSpPr>
            <p:spPr>
              <a:blipFill>
                <a:blip r:embed="rId2"/>
                <a:stretch>
                  <a:fillRect l="-1043" t="-215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DA2D022-AB5D-1341-DF3D-BE66B993C5BD}"/>
              </a:ext>
            </a:extLst>
          </p:cNvPr>
          <p:cNvSpPr>
            <a:spLocks noGrp="1"/>
          </p:cNvSpPr>
          <p:nvPr>
            <p:ph type="sldNum" sz="quarter" idx="12"/>
          </p:nvPr>
        </p:nvSpPr>
        <p:spPr/>
        <p:txBody>
          <a:bodyPr/>
          <a:lstStyle/>
          <a:p>
            <a:fld id="{81C5FB71-5E9C-41B5-9BB8-3F1EBEAEB16A}" type="slidenum">
              <a:rPr lang="ru-RU" smtClean="0"/>
              <a:t>15</a:t>
            </a:fld>
            <a:endParaRPr lang="ru-RU"/>
          </a:p>
        </p:txBody>
      </p:sp>
      <p:pic>
        <p:nvPicPr>
          <p:cNvPr id="12" name="Рисунок 11">
            <a:extLst>
              <a:ext uri="{FF2B5EF4-FFF2-40B4-BE49-F238E27FC236}">
                <a16:creationId xmlns:a16="http://schemas.microsoft.com/office/drawing/2014/main" id="{BF244209-96AB-7A45-B7DA-753BEA40708F}"/>
              </a:ext>
            </a:extLst>
          </p:cNvPr>
          <p:cNvPicPr>
            <a:picLocks noChangeAspect="1"/>
          </p:cNvPicPr>
          <p:nvPr/>
        </p:nvPicPr>
        <p:blipFill>
          <a:blip r:embed="rId3"/>
          <a:stretch>
            <a:fillRect/>
          </a:stretch>
        </p:blipFill>
        <p:spPr>
          <a:xfrm>
            <a:off x="838200" y="4561002"/>
            <a:ext cx="5013828" cy="1392424"/>
          </a:xfrm>
          <a:prstGeom prst="rect">
            <a:avLst/>
          </a:prstGeom>
        </p:spPr>
      </p:pic>
      <p:pic>
        <p:nvPicPr>
          <p:cNvPr id="8200" name="Picture 8" descr="Picture background">
            <a:extLst>
              <a:ext uri="{FF2B5EF4-FFF2-40B4-BE49-F238E27FC236}">
                <a16:creationId xmlns:a16="http://schemas.microsoft.com/office/drawing/2014/main" id="{A1950834-1157-5CA8-BBD7-111AF2CCF9C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258" t="15527" r="9578" b="17327"/>
          <a:stretch/>
        </p:blipFill>
        <p:spPr bwMode="auto">
          <a:xfrm>
            <a:off x="6991109" y="3767871"/>
            <a:ext cx="4178460" cy="2530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065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DB902DD7-53AB-DA49-A71B-A9635790BDE7}"/>
                  </a:ext>
                </a:extLst>
              </p:cNvPr>
              <p:cNvSpPr>
                <a:spLocks noGrp="1"/>
              </p:cNvSpPr>
              <p:nvPr>
                <p:ph type="title"/>
              </p:nvPr>
            </p:nvSpPr>
            <p:spPr/>
            <p:txBody>
              <a:bodyPr/>
              <a:lstStyle/>
              <a:p>
                <a:r>
                  <a:rPr lang="ru-RU" dirty="0"/>
                  <a:t>Распределение </a:t>
                </a:r>
                <a14:m>
                  <m:oMath xmlns:m="http://schemas.openxmlformats.org/officeDocument/2006/math">
                    <m:sSup>
                      <m:sSupPr>
                        <m:ctrlPr>
                          <a:rPr lang="en-US" b="1" i="1" smtClean="0">
                            <a:latin typeface="Cambria Math" panose="02040503050406030204" pitchFamily="18" charset="0"/>
                          </a:rPr>
                        </m:ctrlPr>
                      </m:sSupPr>
                      <m:e>
                        <m:r>
                          <a:rPr lang="ru-RU" b="1" i="1" smtClean="0">
                            <a:latin typeface="Cambria Math" panose="02040503050406030204" pitchFamily="18" charset="0"/>
                          </a:rPr>
                          <m:t>𝝌</m:t>
                        </m:r>
                      </m:e>
                      <m:sup>
                        <m:r>
                          <a:rPr lang="en-US" b="1" i="1" smtClean="0">
                            <a:latin typeface="Cambria Math" panose="02040503050406030204" pitchFamily="18" charset="0"/>
                          </a:rPr>
                          <m:t>𝟐</m:t>
                        </m:r>
                      </m:sup>
                    </m:sSup>
                  </m:oMath>
                </a14:m>
                <a:endParaRPr lang="ru-RU" dirty="0"/>
              </a:p>
            </p:txBody>
          </p:sp>
        </mc:Choice>
        <mc:Fallback xmlns="">
          <p:sp>
            <p:nvSpPr>
              <p:cNvPr id="2" name="Заголовок 1">
                <a:extLst>
                  <a:ext uri="{FF2B5EF4-FFF2-40B4-BE49-F238E27FC236}">
                    <a16:creationId xmlns:a16="http://schemas.microsoft.com/office/drawing/2014/main" id="{DB902DD7-53AB-DA49-A71B-A9635790BDE7}"/>
                  </a:ext>
                </a:extLst>
              </p:cNvPr>
              <p:cNvSpPr>
                <a:spLocks noGrp="1" noRot="1" noChangeAspect="1" noMove="1" noResize="1" noEditPoints="1" noAdjustHandles="1" noChangeArrowheads="1" noChangeShapeType="1" noTextEdit="1"/>
              </p:cNvSpPr>
              <p:nvPr>
                <p:ph type="title"/>
              </p:nvPr>
            </p:nvSpPr>
            <p:spPr>
              <a:blipFill>
                <a:blip r:embed="rId2"/>
                <a:stretch>
                  <a:fillRect l="-179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6" name="Объект 5">
                <a:extLst>
                  <a:ext uri="{FF2B5EF4-FFF2-40B4-BE49-F238E27FC236}">
                    <a16:creationId xmlns:a16="http://schemas.microsoft.com/office/drawing/2014/main" id="{121B332F-6F1B-B306-8A8D-080729EACB13}"/>
                  </a:ext>
                </a:extLst>
              </p:cNvPr>
              <p:cNvSpPr>
                <a:spLocks noGrp="1"/>
              </p:cNvSpPr>
              <p:nvPr>
                <p:ph sz="half" idx="1"/>
              </p:nvPr>
            </p:nvSpPr>
            <p:spPr>
              <a:xfrm>
                <a:off x="838199" y="1350233"/>
                <a:ext cx="5782519" cy="4826729"/>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𝝌</m:t>
                          </m:r>
                        </m:e>
                        <m:sup>
                          <m:r>
                            <a:rPr lang="en-US" b="1" i="1" smtClean="0">
                              <a:latin typeface="Cambria Math" panose="02040503050406030204" pitchFamily="18" charset="0"/>
                            </a:rPr>
                            <m:t>𝟐</m:t>
                          </m:r>
                        </m:sup>
                      </m:sSup>
                      <m:r>
                        <a:rPr lang="en-US" b="1" i="1" smtClean="0">
                          <a:latin typeface="Cambria Math" panose="02040503050406030204" pitchFamily="18" charset="0"/>
                        </a:rPr>
                        <m:t>=</m:t>
                      </m:r>
                      <m:nary>
                        <m:naryPr>
                          <m:chr m:val="∑"/>
                          <m:ctrlPr>
                            <a:rPr lang="en-US" b="1" i="1" smtClean="0">
                              <a:latin typeface="Cambria Math" panose="02040503050406030204" pitchFamily="18" charset="0"/>
                            </a:rPr>
                          </m:ctrlPr>
                        </m:naryPr>
                        <m:sub>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𝒏</m:t>
                          </m:r>
                        </m:sup>
                        <m:e>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𝒛</m:t>
                              </m:r>
                            </m:e>
                            <m:sub>
                              <m:r>
                                <a:rPr lang="en-US" b="1" i="1" smtClean="0">
                                  <a:latin typeface="Cambria Math" panose="02040503050406030204" pitchFamily="18" charset="0"/>
                                </a:rPr>
                                <m:t>𝒊</m:t>
                              </m:r>
                            </m:sub>
                            <m:sup>
                              <m:r>
                                <a:rPr lang="en-US" b="1" i="1" smtClean="0">
                                  <a:latin typeface="Cambria Math" panose="02040503050406030204" pitchFamily="18" charset="0"/>
                                </a:rPr>
                                <m:t>𝟐</m:t>
                              </m:r>
                            </m:sup>
                          </m:sSubSup>
                        </m:e>
                      </m:nary>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𝒛</m:t>
                          </m:r>
                        </m:e>
                        <m:sub>
                          <m:r>
                            <a:rPr lang="en-US" b="1" i="1" smtClean="0">
                              <a:latin typeface="Cambria Math" panose="02040503050406030204" pitchFamily="18" charset="0"/>
                            </a:rPr>
                            <m:t>𝒊</m:t>
                          </m:r>
                        </m:sub>
                      </m:sSub>
                      <m:r>
                        <a:rPr lang="en-US" b="1" i="1" smtClean="0">
                          <a:latin typeface="Cambria Math" panose="02040503050406030204" pitchFamily="18" charset="0"/>
                        </a:rPr>
                        <m:t>∼</m:t>
                      </m:r>
                      <m:r>
                        <a:rPr lang="en-US" b="1" i="1" smtClean="0">
                          <a:latin typeface="Cambria Math" panose="02040503050406030204" pitchFamily="18" charset="0"/>
                        </a:rPr>
                        <m:t>𝑵</m:t>
                      </m:r>
                      <m:d>
                        <m:dPr>
                          <m:endChr m:val="|"/>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b="1" i="1" smtClean="0">
                              <a:latin typeface="Cambria Math" panose="02040503050406030204" pitchFamily="18" charset="0"/>
                            </a:rPr>
                            <m:t> </m:t>
                          </m:r>
                        </m:e>
                      </m:d>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oMath>
                  </m:oMathPara>
                </a14:m>
                <a:endParaRPr lang="ru-RU" dirty="0"/>
              </a:p>
              <a:p>
                <a:r>
                  <a:rPr lang="ru-RU" dirty="0"/>
                  <a:t>Выборочные дисперсии распределены по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𝜒</m:t>
                        </m:r>
                      </m:e>
                      <m:sup>
                        <m:r>
                          <a:rPr lang="en-US" b="0" i="1" smtClean="0">
                            <a:latin typeface="Cambria Math" panose="02040503050406030204" pitchFamily="18" charset="0"/>
                          </a:rPr>
                          <m:t>2</m:t>
                        </m:r>
                      </m:sup>
                    </m:sSup>
                  </m:oMath>
                </a14:m>
                <a:endParaRPr lang="ru-RU" dirty="0"/>
              </a:p>
              <a:p>
                <a:r>
                  <a:rPr lang="ru-RU" dirty="0"/>
                  <a:t>Выборочные стандартные отклонения распределены по корню из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𝜒</m:t>
                        </m:r>
                      </m:e>
                      <m:sup>
                        <m:r>
                          <a:rPr lang="en-US" b="0" i="1" smtClean="0">
                            <a:latin typeface="Cambria Math" panose="02040503050406030204" pitchFamily="18" charset="0"/>
                          </a:rPr>
                          <m:t>2</m:t>
                        </m:r>
                      </m:sup>
                    </m:sSup>
                  </m:oMath>
                </a14:m>
                <a:endParaRPr lang="ru-RU" dirty="0"/>
              </a:p>
              <a:p>
                <a:r>
                  <a:rPr lang="ru-RU" dirty="0"/>
                  <a:t>Квантили распределения считаются </a:t>
                </a:r>
                <a:r>
                  <a:rPr lang="ru-RU" dirty="0" err="1"/>
                  <a:t>бутстрепом</a:t>
                </a:r>
                <a:r>
                  <a:rPr lang="ru-RU" dirty="0"/>
                  <a:t>, по таблице или с помощью аппроксимации</a:t>
                </a:r>
              </a:p>
            </p:txBody>
          </p:sp>
        </mc:Choice>
        <mc:Fallback xmlns="">
          <p:sp>
            <p:nvSpPr>
              <p:cNvPr id="6" name="Объект 5">
                <a:extLst>
                  <a:ext uri="{FF2B5EF4-FFF2-40B4-BE49-F238E27FC236}">
                    <a16:creationId xmlns:a16="http://schemas.microsoft.com/office/drawing/2014/main" id="{121B332F-6F1B-B306-8A8D-080729EACB13}"/>
                  </a:ext>
                </a:extLst>
              </p:cNvPr>
              <p:cNvSpPr>
                <a:spLocks noGrp="1" noRot="1" noChangeAspect="1" noMove="1" noResize="1" noEditPoints="1" noAdjustHandles="1" noChangeArrowheads="1" noChangeShapeType="1" noTextEdit="1"/>
              </p:cNvSpPr>
              <p:nvPr>
                <p:ph sz="half" idx="1"/>
              </p:nvPr>
            </p:nvSpPr>
            <p:spPr>
              <a:xfrm>
                <a:off x="838199" y="1350233"/>
                <a:ext cx="5782519" cy="4826729"/>
              </a:xfrm>
              <a:blipFill>
                <a:blip r:embed="rId3"/>
                <a:stretch>
                  <a:fillRect l="-1791" r="-738"/>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F5F993E9-8758-35C6-FAA2-40E6EA764B02}"/>
              </a:ext>
            </a:extLst>
          </p:cNvPr>
          <p:cNvSpPr>
            <a:spLocks noGrp="1"/>
          </p:cNvSpPr>
          <p:nvPr>
            <p:ph type="sldNum" sz="quarter" idx="12"/>
          </p:nvPr>
        </p:nvSpPr>
        <p:spPr/>
        <p:txBody>
          <a:bodyPr/>
          <a:lstStyle/>
          <a:p>
            <a:fld id="{81C5FB71-5E9C-41B5-9BB8-3F1EBEAEB16A}" type="slidenum">
              <a:rPr lang="ru-RU" smtClean="0"/>
              <a:t>16</a:t>
            </a:fld>
            <a:endParaRPr lang="ru-RU"/>
          </a:p>
        </p:txBody>
      </p:sp>
      <p:pic>
        <p:nvPicPr>
          <p:cNvPr id="8" name="Picture 2">
            <a:extLst>
              <a:ext uri="{FF2B5EF4-FFF2-40B4-BE49-F238E27FC236}">
                <a16:creationId xmlns:a16="http://schemas.microsoft.com/office/drawing/2014/main" id="{E49E124C-3C50-C86A-7EF0-1F67BB284C81}"/>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7341350" y="70791"/>
            <a:ext cx="4033993" cy="3028598"/>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Picture background">
            <a:extLst>
              <a:ext uri="{FF2B5EF4-FFF2-40B4-BE49-F238E27FC236}">
                <a16:creationId xmlns:a16="http://schemas.microsoft.com/office/drawing/2014/main" id="{785C039B-3821-D773-8292-BF5A5DF8E7F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41349" y="3522967"/>
            <a:ext cx="4592149" cy="2840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932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C14A98-AE9F-DF11-06B9-BD5CF7C9D77F}"/>
              </a:ext>
            </a:extLst>
          </p:cNvPr>
          <p:cNvSpPr>
            <a:spLocks noGrp="1"/>
          </p:cNvSpPr>
          <p:nvPr>
            <p:ph type="title"/>
          </p:nvPr>
        </p:nvSpPr>
        <p:spPr/>
        <p:txBody>
          <a:bodyPr/>
          <a:lstStyle/>
          <a:p>
            <a:r>
              <a:rPr lang="ru-RU" dirty="0"/>
              <a:t>Доверительные интервалы статистик</a:t>
            </a:r>
          </a:p>
        </p:txBody>
      </p:sp>
      <p:sp>
        <p:nvSpPr>
          <p:cNvPr id="5" name="Номер слайда 4">
            <a:extLst>
              <a:ext uri="{FF2B5EF4-FFF2-40B4-BE49-F238E27FC236}">
                <a16:creationId xmlns:a16="http://schemas.microsoft.com/office/drawing/2014/main" id="{4A54C93B-D4B3-0BEB-92A6-0D82E229057B}"/>
              </a:ext>
            </a:extLst>
          </p:cNvPr>
          <p:cNvSpPr>
            <a:spLocks noGrp="1"/>
          </p:cNvSpPr>
          <p:nvPr>
            <p:ph type="sldNum" sz="quarter" idx="12"/>
          </p:nvPr>
        </p:nvSpPr>
        <p:spPr/>
        <p:txBody>
          <a:bodyPr/>
          <a:lstStyle/>
          <a:p>
            <a:fld id="{81C5FB71-5E9C-41B5-9BB8-3F1EBEAEB16A}" type="slidenum">
              <a:rPr lang="ru-RU" smtClean="0"/>
              <a:t>17</a:t>
            </a:fld>
            <a:endParaRPr lang="ru-RU"/>
          </a:p>
        </p:txBody>
      </p:sp>
      <p:pic>
        <p:nvPicPr>
          <p:cNvPr id="21506" name="Picture 2" descr="Picture background">
            <a:extLst>
              <a:ext uri="{FF2B5EF4-FFF2-40B4-BE49-F238E27FC236}">
                <a16:creationId xmlns:a16="http://schemas.microsoft.com/office/drawing/2014/main" id="{20CFD096-8DB8-55C8-409D-A855B46E0DA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198" y="2637106"/>
            <a:ext cx="5181600" cy="3285241"/>
          </a:xfrm>
          <a:prstGeom prst="rect">
            <a:avLst/>
          </a:prstGeom>
          <a:noFill/>
          <a:extLst>
            <a:ext uri="{909E8E84-426E-40DD-AFC4-6F175D3DCCD1}">
              <a14:hiddenFill xmlns:a14="http://schemas.microsoft.com/office/drawing/2010/main">
                <a:solidFill>
                  <a:srgbClr val="FFFFFF"/>
                </a:solidFill>
              </a14:hiddenFill>
            </a:ext>
          </a:extLst>
        </p:spPr>
      </p:pic>
      <p:pic>
        <p:nvPicPr>
          <p:cNvPr id="21516" name="Picture 12" descr="Picture background">
            <a:extLst>
              <a:ext uri="{FF2B5EF4-FFF2-40B4-BE49-F238E27FC236}">
                <a16:creationId xmlns:a16="http://schemas.microsoft.com/office/drawing/2014/main" id="{08585648-D9F0-F60F-8435-EACD7D813BA7}"/>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6172202" y="2637106"/>
            <a:ext cx="5181600" cy="371924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DA5EA5B-FEA6-67BC-28C9-4A86E95AA085}"/>
                  </a:ext>
                </a:extLst>
              </p:cNvPr>
              <p:cNvSpPr txBox="1"/>
              <p:nvPr/>
            </p:nvSpPr>
            <p:spPr>
              <a:xfrm>
                <a:off x="3829862" y="1642366"/>
                <a:ext cx="4573816" cy="7423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bar>
                        <m:barPr>
                          <m:pos m:val="top"/>
                          <m:ctrlPr>
                            <a:rPr lang="ru-RU" sz="2800" b="0" i="1" smtClean="0">
                              <a:latin typeface="Cambria Math" panose="02040503050406030204" pitchFamily="18" charset="0"/>
                            </a:rPr>
                          </m:ctrlPr>
                        </m:barPr>
                        <m:e>
                          <m:r>
                            <a:rPr lang="en-US" sz="2800" b="0" i="1" smtClean="0">
                              <a:latin typeface="Cambria Math" panose="02040503050406030204" pitchFamily="18" charset="0"/>
                            </a:rPr>
                            <m:t>𝑥</m:t>
                          </m:r>
                        </m:e>
                      </m:bar>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𝑡</m:t>
                              </m:r>
                            </m:e>
                            <m:sub>
                              <m:f>
                                <m:fPr>
                                  <m:ctrlPr>
                                    <a:rPr lang="ru-RU" sz="2800" i="1">
                                      <a:latin typeface="Cambria Math" panose="02040503050406030204" pitchFamily="18" charset="0"/>
                                    </a:rPr>
                                  </m:ctrlPr>
                                </m:fPr>
                                <m:num>
                                  <m:r>
                                    <a:rPr lang="en-US" sz="2800" i="1">
                                      <a:latin typeface="Cambria Math" panose="02040503050406030204" pitchFamily="18" charset="0"/>
                                    </a:rPr>
                                    <m:t>𝛼</m:t>
                                  </m:r>
                                </m:num>
                                <m:den>
                                  <m:r>
                                    <a:rPr lang="ru-RU" sz="2800" i="1">
                                      <a:latin typeface="Cambria Math" panose="02040503050406030204" pitchFamily="18" charset="0"/>
                                    </a:rPr>
                                    <m:t>2</m:t>
                                  </m:r>
                                </m:den>
                              </m:f>
                            </m:sub>
                          </m:sSub>
                          <m:d>
                            <m:dPr>
                              <m:ctrlPr>
                                <a:rPr lang="ru-RU" sz="2800" i="1">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𝑡</m:t>
                              </m:r>
                            </m:e>
                            <m:sub>
                              <m:r>
                                <a:rPr lang="ru-RU" sz="2800" i="1">
                                  <a:latin typeface="Cambria Math" panose="02040503050406030204" pitchFamily="18" charset="0"/>
                                </a:rPr>
                                <m:t>1−</m:t>
                              </m:r>
                              <m:f>
                                <m:fPr>
                                  <m:ctrlPr>
                                    <a:rPr lang="ru-RU" sz="2800" i="1">
                                      <a:latin typeface="Cambria Math" panose="02040503050406030204" pitchFamily="18" charset="0"/>
                                    </a:rPr>
                                  </m:ctrlPr>
                                </m:fPr>
                                <m:num>
                                  <m:r>
                                    <a:rPr lang="en-US" sz="2800" i="1">
                                      <a:latin typeface="Cambria Math" panose="02040503050406030204" pitchFamily="18" charset="0"/>
                                    </a:rPr>
                                    <m:t>𝛼</m:t>
                                  </m:r>
                                </m:num>
                                <m:den>
                                  <m:r>
                                    <a:rPr lang="ru-RU" sz="2800" i="1">
                                      <a:latin typeface="Cambria Math" panose="02040503050406030204" pitchFamily="18" charset="0"/>
                                    </a:rPr>
                                    <m:t>2</m:t>
                                  </m:r>
                                </m:den>
                              </m:f>
                            </m:sub>
                          </m:sSub>
                          <m:d>
                            <m:dPr>
                              <m:ctrlPr>
                                <a:rPr lang="ru-RU" sz="2800" i="1">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−1</m:t>
                              </m:r>
                            </m:e>
                          </m:d>
                        </m:e>
                      </m:d>
                    </m:oMath>
                  </m:oMathPara>
                </a14:m>
                <a:endParaRPr lang="ru-RU" sz="2800" dirty="0"/>
              </a:p>
            </p:txBody>
          </p:sp>
        </mc:Choice>
        <mc:Fallback xmlns="">
          <p:sp>
            <p:nvSpPr>
              <p:cNvPr id="11" name="TextBox 10">
                <a:extLst>
                  <a:ext uri="{FF2B5EF4-FFF2-40B4-BE49-F238E27FC236}">
                    <a16:creationId xmlns:a16="http://schemas.microsoft.com/office/drawing/2014/main" id="{8DA5EA5B-FEA6-67BC-28C9-4A86E95AA085}"/>
                  </a:ext>
                </a:extLst>
              </p:cNvPr>
              <p:cNvSpPr txBox="1">
                <a:spLocks noRot="1" noChangeAspect="1" noMove="1" noResize="1" noEditPoints="1" noAdjustHandles="1" noChangeArrowheads="1" noChangeShapeType="1" noTextEdit="1"/>
              </p:cNvSpPr>
              <p:nvPr/>
            </p:nvSpPr>
            <p:spPr>
              <a:xfrm>
                <a:off x="3829862" y="1642366"/>
                <a:ext cx="4573816" cy="742319"/>
              </a:xfrm>
              <a:prstGeom prst="rect">
                <a:avLst/>
              </a:prstGeom>
              <a:blipFill>
                <a:blip r:embed="rId4"/>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1789095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B94ADE-E78B-76F3-5CD7-CF5F07265D85}"/>
              </a:ext>
            </a:extLst>
          </p:cNvPr>
          <p:cNvSpPr>
            <a:spLocks noGrp="1"/>
          </p:cNvSpPr>
          <p:nvPr>
            <p:ph type="title"/>
          </p:nvPr>
        </p:nvSpPr>
        <p:spPr/>
        <p:txBody>
          <a:bodyPr/>
          <a:lstStyle/>
          <a:p>
            <a:r>
              <a:rPr lang="ru-RU" dirty="0"/>
              <a:t>Доверительные интервалы статистик</a:t>
            </a:r>
          </a:p>
        </p:txBody>
      </p:sp>
      <p:pic>
        <p:nvPicPr>
          <p:cNvPr id="7" name="Объект 6">
            <a:extLst>
              <a:ext uri="{FF2B5EF4-FFF2-40B4-BE49-F238E27FC236}">
                <a16:creationId xmlns:a16="http://schemas.microsoft.com/office/drawing/2014/main" id="{7FE6E0D4-65EF-CEA3-E411-52BBC95F2C6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8643" y="1542912"/>
            <a:ext cx="5181600" cy="4441371"/>
          </a:xfrm>
        </p:spPr>
      </p:pic>
      <mc:AlternateContent xmlns:mc="http://schemas.openxmlformats.org/markup-compatibility/2006" xmlns:a14="http://schemas.microsoft.com/office/drawing/2010/main">
        <mc:Choice Requires="a14">
          <p:sp>
            <p:nvSpPr>
              <p:cNvPr id="4" name="Объект 3">
                <a:extLst>
                  <a:ext uri="{FF2B5EF4-FFF2-40B4-BE49-F238E27FC236}">
                    <a16:creationId xmlns:a16="http://schemas.microsoft.com/office/drawing/2014/main" id="{D5620DAA-E202-F462-8CDF-CE8BE73976BA}"/>
                  </a:ext>
                </a:extLst>
              </p:cNvPr>
              <p:cNvSpPr>
                <a:spLocks noGrp="1"/>
              </p:cNvSpPr>
              <p:nvPr>
                <p:ph sz="half" idx="2"/>
              </p:nvPr>
            </p:nvSpPr>
            <p:spPr>
              <a:xfrm>
                <a:off x="5550243" y="1350233"/>
                <a:ext cx="6472881" cy="4826730"/>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e>
                          </m:nary>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den>
                      </m:f>
                    </m:oMath>
                  </m:oMathPara>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𝜎</m:t>
                          </m:r>
                        </m:e>
                        <m:sup>
                          <m:r>
                            <a:rPr lang="en-US" b="0" i="1" dirty="0" smtClean="0">
                              <a:latin typeface="Cambria Math" panose="02040503050406030204" pitchFamily="18" charset="0"/>
                            </a:rPr>
                            <m:t>2</m:t>
                          </m:r>
                        </m:sup>
                      </m:sSup>
                      <m:r>
                        <a:rPr lang="en-US"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f>
                            <m:fPr>
                              <m:ctrlPr>
                                <a:rPr lang="en-US" b="0" i="1" smtClean="0">
                                  <a:latin typeface="Cambria Math" panose="02040503050406030204" pitchFamily="18" charset="0"/>
                                </a:rPr>
                              </m:ctrlPr>
                            </m:fPr>
                            <m:num>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e>
                              </m:nary>
                            </m:num>
                            <m:den>
                              <m:sSubSup>
                                <m:sSubSupPr>
                                  <m:ctrlPr>
                                    <a:rPr lang="en-US" i="1" dirty="0">
                                      <a:latin typeface="Cambria Math" panose="02040503050406030204" pitchFamily="18" charset="0"/>
                                    </a:rPr>
                                  </m:ctrlPr>
                                </m:sSubSupPr>
                                <m:e>
                                  <m:r>
                                    <a:rPr lang="en-US" i="1" dirty="0">
                                      <a:latin typeface="Cambria Math" panose="02040503050406030204" pitchFamily="18" charset="0"/>
                                    </a:rPr>
                                    <m:t>𝜒</m:t>
                                  </m:r>
                                </m:e>
                                <m:sub>
                                  <m:f>
                                    <m:fPr>
                                      <m:ctrlPr>
                                        <a:rPr lang="ru-RU" i="1">
                                          <a:latin typeface="Cambria Math" panose="02040503050406030204" pitchFamily="18" charset="0"/>
                                        </a:rPr>
                                      </m:ctrlPr>
                                    </m:fPr>
                                    <m:num>
                                      <m:r>
                                        <a:rPr lang="en-US" i="1">
                                          <a:latin typeface="Cambria Math" panose="02040503050406030204" pitchFamily="18" charset="0"/>
                                        </a:rPr>
                                        <m:t>𝛼</m:t>
                                      </m:r>
                                    </m:num>
                                    <m:den>
                                      <m:r>
                                        <a:rPr lang="ru-RU" i="1">
                                          <a:latin typeface="Cambria Math" panose="02040503050406030204" pitchFamily="18" charset="0"/>
                                        </a:rPr>
                                        <m:t>2</m:t>
                                      </m:r>
                                    </m:den>
                                  </m:f>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−1</m:t>
                                  </m:r>
                                </m:sub>
                                <m:sup>
                                  <m:r>
                                    <a:rPr lang="en-US" i="1" dirty="0">
                                      <a:latin typeface="Cambria Math" panose="02040503050406030204" pitchFamily="18" charset="0"/>
                                    </a:rPr>
                                    <m:t>2</m:t>
                                  </m:r>
                                </m:sup>
                              </m:sSubSup>
                            </m:den>
                          </m:f>
                          <m:r>
                            <a:rPr lang="en-US" b="0" i="1" dirty="0" smtClean="0">
                              <a:latin typeface="Cambria Math" panose="02040503050406030204" pitchFamily="18" charset="0"/>
                            </a:rPr>
                            <m:t>,</m:t>
                          </m:r>
                          <m:f>
                            <m:fPr>
                              <m:ctrlPr>
                                <a:rPr lang="en-US" i="1">
                                  <a:latin typeface="Cambria Math" panose="02040503050406030204" pitchFamily="18" charset="0"/>
                                </a:rPr>
                              </m:ctrlPr>
                            </m:fPr>
                            <m:num>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e>
                              </m:nary>
                            </m:num>
                            <m:den>
                              <m:sSubSup>
                                <m:sSubSupPr>
                                  <m:ctrlPr>
                                    <a:rPr lang="en-US" i="1" dirty="0">
                                      <a:latin typeface="Cambria Math" panose="02040503050406030204" pitchFamily="18" charset="0"/>
                                    </a:rPr>
                                  </m:ctrlPr>
                                </m:sSubSupPr>
                                <m:e>
                                  <m:r>
                                    <a:rPr lang="en-US" i="1" dirty="0">
                                      <a:latin typeface="Cambria Math" panose="02040503050406030204" pitchFamily="18" charset="0"/>
                                    </a:rPr>
                                    <m:t>𝜒</m:t>
                                  </m:r>
                                </m:e>
                                <m:sub>
                                  <m:r>
                                    <a:rPr lang="en-US" i="1" dirty="0">
                                      <a:latin typeface="Cambria Math" panose="02040503050406030204" pitchFamily="18" charset="0"/>
                                    </a:rPr>
                                    <m:t>1−</m:t>
                                  </m:r>
                                  <m:f>
                                    <m:fPr>
                                      <m:ctrlPr>
                                        <a:rPr lang="ru-RU" i="1">
                                          <a:latin typeface="Cambria Math" panose="02040503050406030204" pitchFamily="18" charset="0"/>
                                        </a:rPr>
                                      </m:ctrlPr>
                                    </m:fPr>
                                    <m:num>
                                      <m:r>
                                        <a:rPr lang="en-US" i="1">
                                          <a:latin typeface="Cambria Math" panose="02040503050406030204" pitchFamily="18" charset="0"/>
                                        </a:rPr>
                                        <m:t>𝛼</m:t>
                                      </m:r>
                                    </m:num>
                                    <m:den>
                                      <m:r>
                                        <a:rPr lang="ru-RU" i="1">
                                          <a:latin typeface="Cambria Math" panose="02040503050406030204" pitchFamily="18" charset="0"/>
                                        </a:rPr>
                                        <m:t>2</m:t>
                                      </m:r>
                                    </m:den>
                                  </m:f>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−1</m:t>
                                  </m:r>
                                </m:sub>
                                <m:sup>
                                  <m:r>
                                    <a:rPr lang="en-US" i="1" dirty="0">
                                      <a:latin typeface="Cambria Math" panose="02040503050406030204" pitchFamily="18" charset="0"/>
                                    </a:rPr>
                                    <m:t>2</m:t>
                                  </m:r>
                                </m:sup>
                              </m:sSubSup>
                            </m:den>
                          </m:f>
                        </m:e>
                      </m:d>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𝜎</m:t>
                      </m:r>
                      <m:r>
                        <a:rPr lang="en-US" i="1"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rad>
                            <m:radPr>
                              <m:degHide m:val="on"/>
                              <m:ctrlPr>
                                <a:rPr lang="en-US" i="1" dirty="0">
                                  <a:latin typeface="Cambria Math" panose="02040503050406030204" pitchFamily="18" charset="0"/>
                                </a:rPr>
                              </m:ctrlPr>
                            </m:radPr>
                            <m:deg/>
                            <m:e>
                              <m:f>
                                <m:fPr>
                                  <m:ctrlPr>
                                    <a:rPr lang="en-US" i="1">
                                      <a:latin typeface="Cambria Math" panose="02040503050406030204" pitchFamily="18" charset="0"/>
                                    </a:rPr>
                                  </m:ctrlPr>
                                </m:fPr>
                                <m:num>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e>
                                  </m:nary>
                                </m:num>
                                <m:den>
                                  <m:sSubSup>
                                    <m:sSubSupPr>
                                      <m:ctrlPr>
                                        <a:rPr lang="en-US" i="1" dirty="0">
                                          <a:latin typeface="Cambria Math" panose="02040503050406030204" pitchFamily="18" charset="0"/>
                                        </a:rPr>
                                      </m:ctrlPr>
                                    </m:sSubSupPr>
                                    <m:e>
                                      <m:r>
                                        <a:rPr lang="en-US" i="1" dirty="0">
                                          <a:latin typeface="Cambria Math" panose="02040503050406030204" pitchFamily="18" charset="0"/>
                                        </a:rPr>
                                        <m:t>𝜒</m:t>
                                      </m:r>
                                    </m:e>
                                    <m:sub>
                                      <m:f>
                                        <m:fPr>
                                          <m:ctrlPr>
                                            <a:rPr lang="ru-RU" i="1">
                                              <a:latin typeface="Cambria Math" panose="02040503050406030204" pitchFamily="18" charset="0"/>
                                            </a:rPr>
                                          </m:ctrlPr>
                                        </m:fPr>
                                        <m:num>
                                          <m:r>
                                            <a:rPr lang="en-US" i="1">
                                              <a:latin typeface="Cambria Math" panose="02040503050406030204" pitchFamily="18" charset="0"/>
                                            </a:rPr>
                                            <m:t>𝛼</m:t>
                                          </m:r>
                                        </m:num>
                                        <m:den>
                                          <m:r>
                                            <a:rPr lang="ru-RU" i="1">
                                              <a:latin typeface="Cambria Math" panose="02040503050406030204" pitchFamily="18" charset="0"/>
                                            </a:rPr>
                                            <m:t>2</m:t>
                                          </m:r>
                                        </m:den>
                                      </m:f>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−1</m:t>
                                      </m:r>
                                    </m:sub>
                                    <m:sup>
                                      <m:r>
                                        <a:rPr lang="en-US" i="1" dirty="0">
                                          <a:latin typeface="Cambria Math" panose="02040503050406030204" pitchFamily="18" charset="0"/>
                                        </a:rPr>
                                        <m:t>2</m:t>
                                      </m:r>
                                    </m:sup>
                                  </m:sSubSup>
                                </m:den>
                              </m:f>
                            </m:e>
                          </m:rad>
                          <m:r>
                            <a:rPr lang="en-US" i="1" dirty="0">
                              <a:latin typeface="Cambria Math" panose="02040503050406030204" pitchFamily="18" charset="0"/>
                            </a:rPr>
                            <m:t>,</m:t>
                          </m:r>
                          <m:rad>
                            <m:radPr>
                              <m:degHide m:val="on"/>
                              <m:ctrlPr>
                                <a:rPr lang="en-US" i="1" dirty="0">
                                  <a:latin typeface="Cambria Math" panose="02040503050406030204" pitchFamily="18" charset="0"/>
                                </a:rPr>
                              </m:ctrlPr>
                            </m:radPr>
                            <m:deg/>
                            <m:e>
                              <m:f>
                                <m:fPr>
                                  <m:ctrlPr>
                                    <a:rPr lang="en-US" i="1">
                                      <a:latin typeface="Cambria Math" panose="02040503050406030204" pitchFamily="18" charset="0"/>
                                    </a:rPr>
                                  </m:ctrlPr>
                                </m:fPr>
                                <m:num>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e>
                                  </m:nary>
                                </m:num>
                                <m:den>
                                  <m:sSubSup>
                                    <m:sSubSupPr>
                                      <m:ctrlPr>
                                        <a:rPr lang="en-US" i="1" dirty="0">
                                          <a:latin typeface="Cambria Math" panose="02040503050406030204" pitchFamily="18" charset="0"/>
                                        </a:rPr>
                                      </m:ctrlPr>
                                    </m:sSubSupPr>
                                    <m:e>
                                      <m:r>
                                        <a:rPr lang="en-US" i="1" dirty="0">
                                          <a:latin typeface="Cambria Math" panose="02040503050406030204" pitchFamily="18" charset="0"/>
                                        </a:rPr>
                                        <m:t>𝜒</m:t>
                                      </m:r>
                                    </m:e>
                                    <m:sub>
                                      <m:r>
                                        <a:rPr lang="en-US" i="1" dirty="0">
                                          <a:latin typeface="Cambria Math" panose="02040503050406030204" pitchFamily="18" charset="0"/>
                                        </a:rPr>
                                        <m:t>1−</m:t>
                                      </m:r>
                                      <m:f>
                                        <m:fPr>
                                          <m:ctrlPr>
                                            <a:rPr lang="ru-RU" i="1">
                                              <a:latin typeface="Cambria Math" panose="02040503050406030204" pitchFamily="18" charset="0"/>
                                            </a:rPr>
                                          </m:ctrlPr>
                                        </m:fPr>
                                        <m:num>
                                          <m:r>
                                            <a:rPr lang="en-US" i="1">
                                              <a:latin typeface="Cambria Math" panose="02040503050406030204" pitchFamily="18" charset="0"/>
                                            </a:rPr>
                                            <m:t>𝛼</m:t>
                                          </m:r>
                                        </m:num>
                                        <m:den>
                                          <m:r>
                                            <a:rPr lang="ru-RU" i="1">
                                              <a:latin typeface="Cambria Math" panose="02040503050406030204" pitchFamily="18" charset="0"/>
                                            </a:rPr>
                                            <m:t>2</m:t>
                                          </m:r>
                                        </m:den>
                                      </m:f>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−1</m:t>
                                      </m:r>
                                    </m:sub>
                                    <m:sup>
                                      <m:r>
                                        <a:rPr lang="en-US" i="1" dirty="0">
                                          <a:latin typeface="Cambria Math" panose="02040503050406030204" pitchFamily="18" charset="0"/>
                                        </a:rPr>
                                        <m:t>2</m:t>
                                      </m:r>
                                    </m:sup>
                                  </m:sSubSup>
                                </m:den>
                              </m:f>
                            </m:e>
                          </m:rad>
                        </m:e>
                      </m:d>
                    </m:oMath>
                  </m:oMathPara>
                </a14:m>
                <a:endParaRPr lang="ru-RU" dirty="0"/>
              </a:p>
              <a:p>
                <a:pPr marL="0" indent="0">
                  <a:buNone/>
                </a:pPr>
                <a:endParaRPr lang="ru-RU" dirty="0"/>
              </a:p>
            </p:txBody>
          </p:sp>
        </mc:Choice>
        <mc:Fallback xmlns="">
          <p:sp>
            <p:nvSpPr>
              <p:cNvPr id="4" name="Объект 3">
                <a:extLst>
                  <a:ext uri="{FF2B5EF4-FFF2-40B4-BE49-F238E27FC236}">
                    <a16:creationId xmlns:a16="http://schemas.microsoft.com/office/drawing/2014/main" id="{D5620DAA-E202-F462-8CDF-CE8BE73976BA}"/>
                  </a:ext>
                </a:extLst>
              </p:cNvPr>
              <p:cNvSpPr>
                <a:spLocks noGrp="1" noRot="1" noChangeAspect="1" noMove="1" noResize="1" noEditPoints="1" noAdjustHandles="1" noChangeArrowheads="1" noChangeShapeType="1" noTextEdit="1"/>
              </p:cNvSpPr>
              <p:nvPr>
                <p:ph sz="half" idx="2"/>
              </p:nvPr>
            </p:nvSpPr>
            <p:spPr>
              <a:xfrm>
                <a:off x="5550243" y="1350233"/>
                <a:ext cx="6472881" cy="4826730"/>
              </a:xfrm>
              <a:blipFill>
                <a:blip r:embed="rId3"/>
                <a:stretch>
                  <a:fillRect/>
                </a:stretch>
              </a:blipFill>
            </p:spPr>
            <p:txBody>
              <a:bodyPr/>
              <a:lstStyle/>
              <a:p>
                <a:r>
                  <a:rPr lang="ru-RU">
                    <a:noFill/>
                  </a:rPr>
                  <a:t> </a:t>
                </a:r>
              </a:p>
            </p:txBody>
          </p:sp>
        </mc:Fallback>
      </mc:AlternateContent>
      <p:sp>
        <p:nvSpPr>
          <p:cNvPr id="5" name="Номер слайда 4">
            <a:extLst>
              <a:ext uri="{FF2B5EF4-FFF2-40B4-BE49-F238E27FC236}">
                <a16:creationId xmlns:a16="http://schemas.microsoft.com/office/drawing/2014/main" id="{C58A5676-5270-C041-B7A1-336FE3844B31}"/>
              </a:ext>
            </a:extLst>
          </p:cNvPr>
          <p:cNvSpPr>
            <a:spLocks noGrp="1"/>
          </p:cNvSpPr>
          <p:nvPr>
            <p:ph type="sldNum" sz="quarter" idx="12"/>
          </p:nvPr>
        </p:nvSpPr>
        <p:spPr/>
        <p:txBody>
          <a:bodyPr/>
          <a:lstStyle/>
          <a:p>
            <a:fld id="{81C5FB71-5E9C-41B5-9BB8-3F1EBEAEB16A}" type="slidenum">
              <a:rPr lang="ru-RU" smtClean="0"/>
              <a:t>18</a:t>
            </a:fld>
            <a:endParaRPr lang="ru-RU"/>
          </a:p>
        </p:txBody>
      </p:sp>
    </p:spTree>
    <p:extLst>
      <p:ext uri="{BB962C8B-B14F-4D97-AF65-F5344CB8AC3E}">
        <p14:creationId xmlns:p14="http://schemas.microsoft.com/office/powerpoint/2010/main" val="4236229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4FF254-1456-368D-FB32-453AC5B77D06}"/>
              </a:ext>
            </a:extLst>
          </p:cNvPr>
          <p:cNvSpPr>
            <a:spLocks noGrp="1"/>
          </p:cNvSpPr>
          <p:nvPr>
            <p:ph type="title"/>
          </p:nvPr>
        </p:nvSpPr>
        <p:spPr/>
        <p:txBody>
          <a:bodyPr/>
          <a:lstStyle/>
          <a:p>
            <a:r>
              <a:rPr lang="ru-RU" dirty="0"/>
              <a:t>Проверка статистических гипотез</a:t>
            </a:r>
          </a:p>
        </p:txBody>
      </p:sp>
      <p:graphicFrame>
        <p:nvGraphicFramePr>
          <p:cNvPr id="5" name="Объект 4">
            <a:extLst>
              <a:ext uri="{FF2B5EF4-FFF2-40B4-BE49-F238E27FC236}">
                <a16:creationId xmlns:a16="http://schemas.microsoft.com/office/drawing/2014/main" id="{0F40E9DB-BFFA-EDC3-F3CF-AB19615FF9D2}"/>
              </a:ext>
            </a:extLst>
          </p:cNvPr>
          <p:cNvGraphicFramePr>
            <a:graphicFrameLocks noGrp="1"/>
          </p:cNvGraphicFramePr>
          <p:nvPr>
            <p:ph idx="1"/>
            <p:extLst>
              <p:ext uri="{D42A27DB-BD31-4B8C-83A1-F6EECF244321}">
                <p14:modId xmlns:p14="http://schemas.microsoft.com/office/powerpoint/2010/main" val="2381998179"/>
              </p:ext>
            </p:extLst>
          </p:nvPr>
        </p:nvGraphicFramePr>
        <p:xfrm>
          <a:off x="838200" y="1358781"/>
          <a:ext cx="10515600" cy="48181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Номер слайда 3">
            <a:extLst>
              <a:ext uri="{FF2B5EF4-FFF2-40B4-BE49-F238E27FC236}">
                <a16:creationId xmlns:a16="http://schemas.microsoft.com/office/drawing/2014/main" id="{EAD92C27-7C7C-EC27-52A5-0004CE3D1F2D}"/>
              </a:ext>
            </a:extLst>
          </p:cNvPr>
          <p:cNvSpPr>
            <a:spLocks noGrp="1"/>
          </p:cNvSpPr>
          <p:nvPr>
            <p:ph type="sldNum" sz="quarter" idx="12"/>
          </p:nvPr>
        </p:nvSpPr>
        <p:spPr/>
        <p:txBody>
          <a:bodyPr/>
          <a:lstStyle/>
          <a:p>
            <a:fld id="{81C5FB71-5E9C-41B5-9BB8-3F1EBEAEB16A}" type="slidenum">
              <a:rPr lang="ru-RU" smtClean="0"/>
              <a:t>19</a:t>
            </a:fld>
            <a:endParaRPr lang="ru-RU"/>
          </a:p>
        </p:txBody>
      </p:sp>
    </p:spTree>
    <p:extLst>
      <p:ext uri="{BB962C8B-B14F-4D97-AF65-F5344CB8AC3E}">
        <p14:creationId xmlns:p14="http://schemas.microsoft.com/office/powerpoint/2010/main" val="3415720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27F9FD-B96F-37B3-7F26-C16521BE1ECF}"/>
              </a:ext>
            </a:extLst>
          </p:cNvPr>
          <p:cNvSpPr>
            <a:spLocks noGrp="1"/>
          </p:cNvSpPr>
          <p:nvPr>
            <p:ph type="title"/>
          </p:nvPr>
        </p:nvSpPr>
        <p:spPr/>
        <p:txBody>
          <a:bodyPr/>
          <a:lstStyle/>
          <a:p>
            <a:r>
              <a:rPr lang="ru-RU" dirty="0"/>
              <a:t>Статистическая гипотеза</a:t>
            </a:r>
          </a:p>
        </p:txBody>
      </p:sp>
      <p:sp>
        <p:nvSpPr>
          <p:cNvPr id="3" name="Объект 2">
            <a:extLst>
              <a:ext uri="{FF2B5EF4-FFF2-40B4-BE49-F238E27FC236}">
                <a16:creationId xmlns:a16="http://schemas.microsoft.com/office/drawing/2014/main" id="{6F8568C6-C894-7B3A-06E9-EB9F5E13B597}"/>
              </a:ext>
            </a:extLst>
          </p:cNvPr>
          <p:cNvSpPr>
            <a:spLocks noGrp="1"/>
          </p:cNvSpPr>
          <p:nvPr>
            <p:ph idx="1"/>
          </p:nvPr>
        </p:nvSpPr>
        <p:spPr/>
        <p:txBody>
          <a:bodyPr/>
          <a:lstStyle/>
          <a:p>
            <a:r>
              <a:rPr lang="ru-RU" b="1" dirty="0"/>
              <a:t>Статистическая гипотеза (Н)</a:t>
            </a:r>
            <a:r>
              <a:rPr lang="ru-RU" dirty="0"/>
              <a:t> – утверждение относительно неизвестного параметра/параметров генеральной совокупности, проверяемое на выборке</a:t>
            </a:r>
          </a:p>
          <a:p>
            <a:r>
              <a:rPr lang="ru-RU" b="1" dirty="0"/>
              <a:t>Статистический вывод</a:t>
            </a:r>
            <a:r>
              <a:rPr lang="ru-RU" dirty="0"/>
              <a:t> – утверждение, сделанное о параметрах генеральной совокупности, основываясь на результатах изучения выборочной совокупности</a:t>
            </a:r>
          </a:p>
          <a:p>
            <a:r>
              <a:rPr lang="ru-RU" b="1" dirty="0"/>
              <a:t>Статистическое оценивание </a:t>
            </a:r>
            <a:r>
              <a:rPr lang="ru-RU" dirty="0"/>
              <a:t>– в выборке найти показатель, максимально близкий к оцениваемому параметру (точечное оценивание), или интервал, в котором лежит этот параметр (интервальное оценивание) с большой вероятностью</a:t>
            </a:r>
          </a:p>
        </p:txBody>
      </p:sp>
      <p:sp>
        <p:nvSpPr>
          <p:cNvPr id="4" name="Номер слайда 3">
            <a:extLst>
              <a:ext uri="{FF2B5EF4-FFF2-40B4-BE49-F238E27FC236}">
                <a16:creationId xmlns:a16="http://schemas.microsoft.com/office/drawing/2014/main" id="{9EB38B9D-3006-9929-EA9B-9DEA75937B1A}"/>
              </a:ext>
            </a:extLst>
          </p:cNvPr>
          <p:cNvSpPr>
            <a:spLocks noGrp="1"/>
          </p:cNvSpPr>
          <p:nvPr>
            <p:ph type="sldNum" sz="quarter" idx="12"/>
          </p:nvPr>
        </p:nvSpPr>
        <p:spPr/>
        <p:txBody>
          <a:bodyPr/>
          <a:lstStyle/>
          <a:p>
            <a:fld id="{81C5FB71-5E9C-41B5-9BB8-3F1EBEAEB16A}" type="slidenum">
              <a:rPr lang="ru-RU" smtClean="0"/>
              <a:t>20</a:t>
            </a:fld>
            <a:endParaRPr lang="ru-RU"/>
          </a:p>
        </p:txBody>
      </p:sp>
    </p:spTree>
    <p:extLst>
      <p:ext uri="{BB962C8B-B14F-4D97-AF65-F5344CB8AC3E}">
        <p14:creationId xmlns:p14="http://schemas.microsoft.com/office/powerpoint/2010/main" val="2684431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749483-E5BF-5935-0A95-9C2976CC5175}"/>
              </a:ext>
            </a:extLst>
          </p:cNvPr>
          <p:cNvSpPr>
            <a:spLocks noGrp="1"/>
          </p:cNvSpPr>
          <p:nvPr>
            <p:ph type="title"/>
          </p:nvPr>
        </p:nvSpPr>
        <p:spPr/>
        <p:txBody>
          <a:bodyPr/>
          <a:lstStyle/>
          <a:p>
            <a:r>
              <a:rPr lang="ru-RU" dirty="0"/>
              <a:t>Проверка гипотез</a:t>
            </a:r>
          </a:p>
        </p:txBody>
      </p:sp>
      <p:sp>
        <p:nvSpPr>
          <p:cNvPr id="3" name="Объект 2">
            <a:extLst>
              <a:ext uri="{FF2B5EF4-FFF2-40B4-BE49-F238E27FC236}">
                <a16:creationId xmlns:a16="http://schemas.microsoft.com/office/drawing/2014/main" id="{937B2D0A-F6D8-766C-2719-766C716CA9BB}"/>
              </a:ext>
            </a:extLst>
          </p:cNvPr>
          <p:cNvSpPr>
            <a:spLocks noGrp="1"/>
          </p:cNvSpPr>
          <p:nvPr>
            <p:ph idx="1"/>
          </p:nvPr>
        </p:nvSpPr>
        <p:spPr/>
        <p:txBody>
          <a:bodyPr/>
          <a:lstStyle/>
          <a:p>
            <a:pPr marL="0" indent="0">
              <a:buNone/>
            </a:pPr>
            <a:r>
              <a:rPr lang="ru-RU" b="1" dirty="0"/>
              <a:t>Исследователь </a:t>
            </a:r>
          </a:p>
          <a:p>
            <a:r>
              <a:rPr lang="ru-RU" dirty="0"/>
              <a:t>формулирует утверждение о параметрах генеральной совокупности </a:t>
            </a:r>
          </a:p>
          <a:p>
            <a:r>
              <a:rPr lang="ru-RU" dirty="0"/>
              <a:t>проводит исследование по выборочной совокупности данных, получает результаты </a:t>
            </a:r>
          </a:p>
          <a:p>
            <a:r>
              <a:rPr lang="ru-RU" dirty="0"/>
              <a:t>оценивает степень соответствия результатов сформулированной гипотезе </a:t>
            </a:r>
          </a:p>
          <a:p>
            <a:r>
              <a:rPr lang="ru-RU" dirty="0"/>
              <a:t>принимает решение о ложности/истинности гипотезы</a:t>
            </a:r>
          </a:p>
        </p:txBody>
      </p:sp>
      <p:sp>
        <p:nvSpPr>
          <p:cNvPr id="4" name="Номер слайда 3">
            <a:extLst>
              <a:ext uri="{FF2B5EF4-FFF2-40B4-BE49-F238E27FC236}">
                <a16:creationId xmlns:a16="http://schemas.microsoft.com/office/drawing/2014/main" id="{CCFC2E51-2680-704A-9389-76912715371D}"/>
              </a:ext>
            </a:extLst>
          </p:cNvPr>
          <p:cNvSpPr>
            <a:spLocks noGrp="1"/>
          </p:cNvSpPr>
          <p:nvPr>
            <p:ph type="sldNum" sz="quarter" idx="12"/>
          </p:nvPr>
        </p:nvSpPr>
        <p:spPr/>
        <p:txBody>
          <a:bodyPr/>
          <a:lstStyle/>
          <a:p>
            <a:fld id="{81C5FB71-5E9C-41B5-9BB8-3F1EBEAEB16A}" type="slidenum">
              <a:rPr lang="ru-RU" smtClean="0"/>
              <a:t>21</a:t>
            </a:fld>
            <a:endParaRPr lang="ru-RU"/>
          </a:p>
        </p:txBody>
      </p:sp>
    </p:spTree>
    <p:extLst>
      <p:ext uri="{BB962C8B-B14F-4D97-AF65-F5344CB8AC3E}">
        <p14:creationId xmlns:p14="http://schemas.microsoft.com/office/powerpoint/2010/main" val="3200709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0DBACC-5E01-1650-2440-64E83148797A}"/>
              </a:ext>
            </a:extLst>
          </p:cNvPr>
          <p:cNvSpPr>
            <a:spLocks noGrp="1"/>
          </p:cNvSpPr>
          <p:nvPr>
            <p:ph type="title"/>
          </p:nvPr>
        </p:nvSpPr>
        <p:spPr/>
        <p:txBody>
          <a:bodyPr/>
          <a:lstStyle/>
          <a:p>
            <a:r>
              <a:rPr lang="ru-RU" dirty="0"/>
              <a:t>Виды статистических гипотез</a:t>
            </a:r>
          </a:p>
        </p:txBody>
      </p:sp>
      <p:sp>
        <p:nvSpPr>
          <p:cNvPr id="3" name="Объект 2">
            <a:extLst>
              <a:ext uri="{FF2B5EF4-FFF2-40B4-BE49-F238E27FC236}">
                <a16:creationId xmlns:a16="http://schemas.microsoft.com/office/drawing/2014/main" id="{16B05989-D57D-FC2A-8A5A-44FB4DA5BFCA}"/>
              </a:ext>
            </a:extLst>
          </p:cNvPr>
          <p:cNvSpPr>
            <a:spLocks noGrp="1"/>
          </p:cNvSpPr>
          <p:nvPr>
            <p:ph sz="half" idx="1"/>
          </p:nvPr>
        </p:nvSpPr>
        <p:spPr/>
        <p:txBody>
          <a:bodyPr>
            <a:normAutofit fontScale="92500" lnSpcReduction="20000"/>
          </a:bodyPr>
          <a:lstStyle/>
          <a:p>
            <a:pPr marL="0" indent="0">
              <a:buNone/>
            </a:pPr>
            <a:r>
              <a:rPr lang="ru-RU" b="1" dirty="0"/>
              <a:t>По содержанию</a:t>
            </a:r>
            <a:r>
              <a:rPr lang="ru-RU" dirty="0"/>
              <a:t>: </a:t>
            </a:r>
            <a:endParaRPr lang="en-US" dirty="0"/>
          </a:p>
          <a:p>
            <a:r>
              <a:rPr lang="ru-RU" dirty="0"/>
              <a:t>гипотезы о законах распределения </a:t>
            </a:r>
            <a:endParaRPr lang="en-US" dirty="0"/>
          </a:p>
          <a:p>
            <a:r>
              <a:rPr lang="ru-RU" dirty="0"/>
              <a:t>гипотезы о параметрах распределения</a:t>
            </a:r>
          </a:p>
          <a:p>
            <a:pPr marL="0" indent="0">
              <a:buNone/>
            </a:pPr>
            <a:endParaRPr lang="ru-RU" b="1" dirty="0"/>
          </a:p>
          <a:p>
            <a:pPr marL="0" indent="0">
              <a:buNone/>
            </a:pPr>
            <a:r>
              <a:rPr lang="ru-RU" b="1" dirty="0"/>
              <a:t>По направленности</a:t>
            </a:r>
            <a:r>
              <a:rPr lang="ru-RU" dirty="0"/>
              <a:t>:</a:t>
            </a:r>
          </a:p>
          <a:p>
            <a:r>
              <a:rPr lang="ru-RU" dirty="0"/>
              <a:t>Односторонние</a:t>
            </a:r>
          </a:p>
          <a:p>
            <a:r>
              <a:rPr lang="ru-RU" dirty="0"/>
              <a:t>Двусторонние</a:t>
            </a:r>
            <a:endParaRPr lang="en-US" dirty="0"/>
          </a:p>
          <a:p>
            <a:pPr marL="0" indent="0">
              <a:buNone/>
            </a:pPr>
            <a:r>
              <a:rPr lang="ru-RU" b="1" dirty="0"/>
              <a:t>По содержанию</a:t>
            </a:r>
            <a:r>
              <a:rPr lang="ru-RU" dirty="0"/>
              <a:t>:</a:t>
            </a:r>
          </a:p>
          <a:p>
            <a:r>
              <a:rPr lang="ru-RU" dirty="0"/>
              <a:t>Нулевая </a:t>
            </a:r>
          </a:p>
          <a:p>
            <a:r>
              <a:rPr lang="ru-RU" dirty="0"/>
              <a:t>Альтернативная</a:t>
            </a:r>
            <a:endParaRPr lang="ru-RU" b="1" dirty="0"/>
          </a:p>
        </p:txBody>
      </p:sp>
      <p:sp>
        <p:nvSpPr>
          <p:cNvPr id="8" name="Объект 7">
            <a:extLst>
              <a:ext uri="{FF2B5EF4-FFF2-40B4-BE49-F238E27FC236}">
                <a16:creationId xmlns:a16="http://schemas.microsoft.com/office/drawing/2014/main" id="{49A87268-D63C-972C-2613-159614729BA8}"/>
              </a:ext>
            </a:extLst>
          </p:cNvPr>
          <p:cNvSpPr>
            <a:spLocks noGrp="1"/>
          </p:cNvSpPr>
          <p:nvPr>
            <p:ph sz="half" idx="2"/>
          </p:nvPr>
        </p:nvSpPr>
        <p:spPr/>
        <p:txBody>
          <a:bodyPr>
            <a:normAutofit fontScale="92500" lnSpcReduction="20000"/>
          </a:bodyPr>
          <a:lstStyle/>
          <a:p>
            <a:pPr marL="0" indent="0">
              <a:buNone/>
            </a:pPr>
            <a:r>
              <a:rPr lang="ru-RU" dirty="0"/>
              <a:t>Пример. «Заработная плата сотрудников одного предприятия на одной должности имеет нормальное распределение». </a:t>
            </a:r>
            <a:endParaRPr lang="en-US" dirty="0"/>
          </a:p>
          <a:p>
            <a:pPr marL="0" indent="0">
              <a:buNone/>
            </a:pPr>
            <a:r>
              <a:rPr lang="ru-RU" dirty="0"/>
              <a:t>Пример. «Средние размеры деталей, производимых на однотипных параллельно работающих станках, не различаются между собой».</a:t>
            </a:r>
          </a:p>
        </p:txBody>
      </p:sp>
      <p:sp>
        <p:nvSpPr>
          <p:cNvPr id="4" name="Номер слайда 3">
            <a:extLst>
              <a:ext uri="{FF2B5EF4-FFF2-40B4-BE49-F238E27FC236}">
                <a16:creationId xmlns:a16="http://schemas.microsoft.com/office/drawing/2014/main" id="{1B22CDDF-F84D-5479-39F8-FB5463B6DBD6}"/>
              </a:ext>
            </a:extLst>
          </p:cNvPr>
          <p:cNvSpPr>
            <a:spLocks noGrp="1"/>
          </p:cNvSpPr>
          <p:nvPr>
            <p:ph type="sldNum" sz="quarter" idx="12"/>
          </p:nvPr>
        </p:nvSpPr>
        <p:spPr/>
        <p:txBody>
          <a:bodyPr/>
          <a:lstStyle/>
          <a:p>
            <a:fld id="{81C5FB71-5E9C-41B5-9BB8-3F1EBEAEB16A}" type="slidenum">
              <a:rPr lang="ru-RU" smtClean="0"/>
              <a:t>22</a:t>
            </a:fld>
            <a:endParaRPr lang="ru-RU"/>
          </a:p>
        </p:txBody>
      </p:sp>
      <p:pic>
        <p:nvPicPr>
          <p:cNvPr id="6146" name="Picture 2" descr="Picture background">
            <a:extLst>
              <a:ext uri="{FF2B5EF4-FFF2-40B4-BE49-F238E27FC236}">
                <a16:creationId xmlns:a16="http://schemas.microsoft.com/office/drawing/2014/main" id="{2DEDC1F1-3A87-C095-BD1E-36E5667251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487" r="2101" b="45798"/>
          <a:stretch/>
        </p:blipFill>
        <p:spPr bwMode="auto">
          <a:xfrm>
            <a:off x="5613722" y="4294112"/>
            <a:ext cx="6157732" cy="2062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6842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F889D6-1F12-B326-39A0-F9E27D3CC49C}"/>
              </a:ext>
            </a:extLst>
          </p:cNvPr>
          <p:cNvSpPr>
            <a:spLocks noGrp="1"/>
          </p:cNvSpPr>
          <p:nvPr>
            <p:ph type="title"/>
          </p:nvPr>
        </p:nvSpPr>
        <p:spPr/>
        <p:txBody>
          <a:bodyPr/>
          <a:lstStyle/>
          <a:p>
            <a:r>
              <a:rPr lang="ru-RU" dirty="0"/>
              <a:t>Визуализация данных</a:t>
            </a:r>
          </a:p>
        </p:txBody>
      </p:sp>
      <p:sp>
        <p:nvSpPr>
          <p:cNvPr id="4" name="Номер слайда 3">
            <a:extLst>
              <a:ext uri="{FF2B5EF4-FFF2-40B4-BE49-F238E27FC236}">
                <a16:creationId xmlns:a16="http://schemas.microsoft.com/office/drawing/2014/main" id="{BE7A23ED-8669-8BEF-23F9-798975CE8620}"/>
              </a:ext>
            </a:extLst>
          </p:cNvPr>
          <p:cNvSpPr>
            <a:spLocks noGrp="1"/>
          </p:cNvSpPr>
          <p:nvPr>
            <p:ph type="sldNum" sz="quarter" idx="12"/>
          </p:nvPr>
        </p:nvSpPr>
        <p:spPr/>
        <p:txBody>
          <a:bodyPr/>
          <a:lstStyle/>
          <a:p>
            <a:fld id="{81C5FB71-5E9C-41B5-9BB8-3F1EBEAEB16A}" type="slidenum">
              <a:rPr lang="ru-RU" smtClean="0"/>
              <a:t>23</a:t>
            </a:fld>
            <a:endParaRPr lang="ru-RU"/>
          </a:p>
        </p:txBody>
      </p:sp>
      <p:sp>
        <p:nvSpPr>
          <p:cNvPr id="6" name="Объект 5">
            <a:extLst>
              <a:ext uri="{FF2B5EF4-FFF2-40B4-BE49-F238E27FC236}">
                <a16:creationId xmlns:a16="http://schemas.microsoft.com/office/drawing/2014/main" id="{432490AE-7A71-AF76-B995-0A7E0EAC52A9}"/>
              </a:ext>
            </a:extLst>
          </p:cNvPr>
          <p:cNvSpPr>
            <a:spLocks noGrp="1"/>
          </p:cNvSpPr>
          <p:nvPr>
            <p:ph idx="1"/>
          </p:nvPr>
        </p:nvSpPr>
        <p:spPr>
          <a:xfrm>
            <a:off x="838200" y="1358781"/>
            <a:ext cx="10515600" cy="4997569"/>
          </a:xfrm>
        </p:spPr>
        <p:txBody>
          <a:bodyPr/>
          <a:lstStyle/>
          <a:p>
            <a:r>
              <a:rPr lang="ru-RU" b="1" dirty="0"/>
              <a:t>Нулевая гипотеза Н0</a:t>
            </a:r>
            <a:r>
              <a:rPr lang="ru-RU" dirty="0"/>
              <a:t> : об отсутствии различий </a:t>
            </a:r>
          </a:p>
          <a:p>
            <a:r>
              <a:rPr lang="ru-RU" b="1" dirty="0"/>
              <a:t>Альтернативная гипотеза Н1</a:t>
            </a:r>
            <a:r>
              <a:rPr lang="ru-RU" dirty="0"/>
              <a:t> : о значимости различий </a:t>
            </a:r>
          </a:p>
          <a:p>
            <a:pPr marL="0" indent="0">
              <a:buNone/>
            </a:pPr>
            <a:r>
              <a:rPr lang="ru-RU" dirty="0"/>
              <a:t>Примеры. </a:t>
            </a:r>
          </a:p>
          <a:p>
            <a:r>
              <a:rPr lang="ru-RU" dirty="0"/>
              <a:t>Направленные гипотезы: </a:t>
            </a:r>
          </a:p>
          <a:p>
            <a:pPr lvl="1"/>
            <a:r>
              <a:rPr lang="ru-RU" dirty="0"/>
              <a:t>Нулевая гипотеза Н0 : Х не превышает У </a:t>
            </a:r>
          </a:p>
          <a:p>
            <a:pPr lvl="1"/>
            <a:r>
              <a:rPr lang="ru-RU" dirty="0"/>
              <a:t>Альтернативная гипотеза Н1 : Х превышает У </a:t>
            </a:r>
          </a:p>
          <a:p>
            <a:r>
              <a:rPr lang="ru-RU" dirty="0"/>
              <a:t>Ненаправленные гипотезы: </a:t>
            </a:r>
          </a:p>
          <a:p>
            <a:pPr lvl="1"/>
            <a:r>
              <a:rPr lang="ru-RU" dirty="0"/>
              <a:t>Н0 : Х не отличается от У </a:t>
            </a:r>
          </a:p>
          <a:p>
            <a:pPr lvl="1"/>
            <a:r>
              <a:rPr lang="ru-RU" dirty="0"/>
              <a:t>Н1 : Х отличается от У</a:t>
            </a:r>
          </a:p>
        </p:txBody>
      </p:sp>
    </p:spTree>
    <p:extLst>
      <p:ext uri="{BB962C8B-B14F-4D97-AF65-F5344CB8AC3E}">
        <p14:creationId xmlns:p14="http://schemas.microsoft.com/office/powerpoint/2010/main" val="315818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F6D6BD-6B5D-9359-5C0A-CC2050A1003A}"/>
              </a:ext>
            </a:extLst>
          </p:cNvPr>
          <p:cNvSpPr>
            <a:spLocks noGrp="1"/>
          </p:cNvSpPr>
          <p:nvPr>
            <p:ph type="title"/>
          </p:nvPr>
        </p:nvSpPr>
        <p:spPr/>
        <p:txBody>
          <a:bodyPr/>
          <a:lstStyle/>
          <a:p>
            <a:r>
              <a:rPr lang="ru-RU" dirty="0"/>
              <a:t>Типы визуализации, задачи и требования</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1E42F1A6-FA6C-C28F-11B0-8360A7FE4DD6}"/>
                  </a:ext>
                </a:extLst>
              </p:cNvPr>
              <p:cNvSpPr>
                <a:spLocks noGrp="1"/>
              </p:cNvSpPr>
              <p:nvPr>
                <p:ph idx="1"/>
              </p:nvPr>
            </p:nvSpPr>
            <p:spPr/>
            <p:txBody>
              <a:bodyPr/>
              <a:lstStyle/>
              <a:p>
                <a:r>
                  <a:rPr lang="ru-RU" dirty="0"/>
                  <a:t>Проверить, правда ли в группе А произошли более сильные изменения, чем в группе В: </a:t>
                </a:r>
                <a:r>
                  <a:rPr lang="ru-RU" i="1" dirty="0"/>
                  <a:t>направленная статистическая гипотеза </a:t>
                </a:r>
              </a:p>
              <a:p>
                <a:r>
                  <a:rPr lang="ru-RU" dirty="0"/>
                  <a:t>Проверить, различаются ли формы распределения исследуемого признака в разных группах: </a:t>
                </a:r>
                <a:r>
                  <a:rPr lang="ru-RU" i="1" dirty="0"/>
                  <a:t>ненаправленная статистическая гипотеза </a:t>
                </a:r>
              </a:p>
              <a:p>
                <a:r>
                  <a:rPr lang="ru-RU" b="1" dirty="0"/>
                  <a:t>Статистический критерий </a:t>
                </a:r>
                <a:r>
                  <a:rPr lang="ru-RU" dirty="0"/>
                  <a:t>– правило, обеспечивающее надежное принятие истинной, отклонение ложной гипотезы </a:t>
                </a:r>
              </a:p>
              <a:p>
                <a:r>
                  <a:rPr lang="ru-RU" dirty="0"/>
                  <a:t>Соотношение критического и эмпирического значений критерия: если </a:t>
                </a:r>
                <a14:m>
                  <m:oMath xmlns:m="http://schemas.openxmlformats.org/officeDocument/2006/math">
                    <m:sSubSup>
                      <m:sSubSupPr>
                        <m:ctrlPr>
                          <a:rPr lang="en-US" b="0" i="1" smtClean="0">
                            <a:latin typeface="Cambria Math" panose="02040503050406030204" pitchFamily="18" charset="0"/>
                          </a:rPr>
                        </m:ctrlPr>
                      </m:sSubSupPr>
                      <m:e>
                        <m:r>
                          <a:rPr lang="ru-RU" b="0" i="1" smtClean="0">
                            <a:latin typeface="Cambria Math" panose="02040503050406030204" pitchFamily="18" charset="0"/>
                          </a:rPr>
                          <m:t>𝜒</m:t>
                        </m:r>
                      </m:e>
                      <m:sub>
                        <m:r>
                          <a:rPr lang="ru-RU" b="0" i="1" smtClean="0">
                            <a:latin typeface="Cambria Math" panose="02040503050406030204" pitchFamily="18" charset="0"/>
                          </a:rPr>
                          <m:t>эмп</m:t>
                        </m:r>
                      </m:sub>
                      <m:sup>
                        <m:r>
                          <a:rPr lang="en-US" b="0" i="1" smtClean="0">
                            <a:latin typeface="Cambria Math" panose="02040503050406030204" pitchFamily="18" charset="0"/>
                          </a:rPr>
                          <m:t>2</m:t>
                        </m:r>
                      </m:sup>
                    </m:sSubSup>
                    <m:r>
                      <a:rPr lang="en-US" b="0" i="1" smtClean="0">
                        <a:latin typeface="Cambria Math" panose="02040503050406030204" pitchFamily="18" charset="0"/>
                      </a:rPr>
                      <m:t>&gt;</m:t>
                    </m:r>
                    <m:sSubSup>
                      <m:sSubSupPr>
                        <m:ctrlPr>
                          <a:rPr lang="en-US" i="1">
                            <a:latin typeface="Cambria Math" panose="02040503050406030204" pitchFamily="18" charset="0"/>
                          </a:rPr>
                        </m:ctrlPr>
                      </m:sSubSupPr>
                      <m:e>
                        <m:r>
                          <a:rPr lang="ru-RU" i="1">
                            <a:latin typeface="Cambria Math" panose="02040503050406030204" pitchFamily="18" charset="0"/>
                          </a:rPr>
                          <m:t>𝜒</m:t>
                        </m:r>
                      </m:e>
                      <m:sub>
                        <m:r>
                          <a:rPr lang="ru-RU" b="0" i="1" smtClean="0">
                            <a:latin typeface="Cambria Math" panose="02040503050406030204" pitchFamily="18" charset="0"/>
                          </a:rPr>
                          <m:t>крит</m:t>
                        </m:r>
                      </m:sub>
                      <m:sup>
                        <m:r>
                          <a:rPr lang="en-US" i="1">
                            <a:latin typeface="Cambria Math" panose="02040503050406030204" pitchFamily="18" charset="0"/>
                          </a:rPr>
                          <m:t>2</m:t>
                        </m:r>
                      </m:sup>
                    </m:sSubSup>
                  </m:oMath>
                </a14:m>
                <a:r>
                  <a:rPr lang="en-US" dirty="0"/>
                  <a:t>, </a:t>
                </a:r>
                <a:r>
                  <a:rPr lang="ru-RU" dirty="0"/>
                  <a:t>то нулевая гипотеза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ru-RU" dirty="0"/>
                  <a:t> отвергается</a:t>
                </a:r>
              </a:p>
            </p:txBody>
          </p:sp>
        </mc:Choice>
        <mc:Fallback xmlns="">
          <p:sp>
            <p:nvSpPr>
              <p:cNvPr id="3" name="Объект 2">
                <a:extLst>
                  <a:ext uri="{FF2B5EF4-FFF2-40B4-BE49-F238E27FC236}">
                    <a16:creationId xmlns:a16="http://schemas.microsoft.com/office/drawing/2014/main" id="{1E42F1A6-FA6C-C28F-11B0-8360A7FE4DD6}"/>
                  </a:ext>
                </a:extLst>
              </p:cNvPr>
              <p:cNvSpPr>
                <a:spLocks noGrp="1" noRot="1" noChangeAspect="1" noMove="1" noResize="1" noEditPoints="1" noAdjustHandles="1" noChangeArrowheads="1" noChangeShapeType="1" noTextEdit="1"/>
              </p:cNvSpPr>
              <p:nvPr>
                <p:ph idx="1"/>
              </p:nvPr>
            </p:nvSpPr>
            <p:spPr>
              <a:blipFill>
                <a:blip r:embed="rId3"/>
                <a:stretch>
                  <a:fillRect l="-1043" t="-2152" r="-696"/>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DD2343CB-D2C0-7EFC-34E1-23D613F7F1FC}"/>
              </a:ext>
            </a:extLst>
          </p:cNvPr>
          <p:cNvSpPr>
            <a:spLocks noGrp="1"/>
          </p:cNvSpPr>
          <p:nvPr>
            <p:ph type="sldNum" sz="quarter" idx="12"/>
          </p:nvPr>
        </p:nvSpPr>
        <p:spPr/>
        <p:txBody>
          <a:bodyPr/>
          <a:lstStyle/>
          <a:p>
            <a:fld id="{81C5FB71-5E9C-41B5-9BB8-3F1EBEAEB16A}" type="slidenum">
              <a:rPr lang="ru-RU" smtClean="0"/>
              <a:t>24</a:t>
            </a:fld>
            <a:endParaRPr lang="ru-RU"/>
          </a:p>
        </p:txBody>
      </p:sp>
    </p:spTree>
    <p:extLst>
      <p:ext uri="{BB962C8B-B14F-4D97-AF65-F5344CB8AC3E}">
        <p14:creationId xmlns:p14="http://schemas.microsoft.com/office/powerpoint/2010/main" val="375200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E04EBA-D278-4867-C4E2-324F57A02C95}"/>
              </a:ext>
            </a:extLst>
          </p:cNvPr>
          <p:cNvSpPr>
            <a:spLocks noGrp="1"/>
          </p:cNvSpPr>
          <p:nvPr>
            <p:ph type="title"/>
          </p:nvPr>
        </p:nvSpPr>
        <p:spPr/>
        <p:txBody>
          <a:bodyPr/>
          <a:lstStyle/>
          <a:p>
            <a:r>
              <a:rPr lang="ru-RU" dirty="0"/>
              <a:t>Последовательность проверки статистических гипотез</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0EBA1B7-EA0D-9B21-0DC8-CBF8883E132C}"/>
                  </a:ext>
                </a:extLst>
              </p:cNvPr>
              <p:cNvSpPr>
                <a:spLocks noGrp="1"/>
              </p:cNvSpPr>
              <p:nvPr>
                <p:ph idx="1"/>
              </p:nvPr>
            </p:nvSpPr>
            <p:spPr/>
            <p:txBody>
              <a:bodyPr>
                <a:normAutofit/>
              </a:bodyPr>
              <a:lstStyle/>
              <a:p>
                <a:pPr marL="0" indent="0">
                  <a:buNone/>
                </a:pPr>
                <a:r>
                  <a:rPr lang="ru-RU" dirty="0"/>
                  <a:t>1. Сформулировать нулевую и альтернативную гипотезы </a:t>
                </a:r>
              </a:p>
              <a:p>
                <a:pPr marL="0" indent="0">
                  <a:buNone/>
                </a:pPr>
                <a:r>
                  <a:rPr lang="ru-RU" dirty="0"/>
                  <a:t>2. Выбрать подходящий статистический критерий </a:t>
                </a:r>
                <a14:m>
                  <m:oMath xmlns:m="http://schemas.openxmlformats.org/officeDocument/2006/math">
                    <m:r>
                      <a:rPr lang="en-US" b="0" i="1" smtClean="0">
                        <a:latin typeface="Cambria Math" panose="02040503050406030204" pitchFamily="18" charset="0"/>
                      </a:rPr>
                      <m:t>𝑠𝑡𝑎𝑡</m:t>
                    </m:r>
                  </m:oMath>
                </a14:m>
                <a:r>
                  <a:rPr lang="ru-RU" dirty="0"/>
                  <a:t> </a:t>
                </a:r>
              </a:p>
              <a:p>
                <a:pPr marL="0" indent="0">
                  <a:buNone/>
                </a:pPr>
                <a:r>
                  <a:rPr lang="ru-RU" dirty="0"/>
                  <a:t>3. Рассчитать по данным выборки эмпирическое значение </a:t>
                </a:r>
                <a14:m>
                  <m:oMath xmlns:m="http://schemas.openxmlformats.org/officeDocument/2006/math">
                    <m:r>
                      <a:rPr lang="en-US" b="0" i="1" smtClean="0">
                        <a:latin typeface="Cambria Math" panose="02040503050406030204" pitchFamily="18" charset="0"/>
                      </a:rPr>
                      <m:t>𝑠𝑡𝑎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m:rPr>
                            <m:nor/>
                          </m:rPr>
                          <a:rPr lang="ru-RU" dirty="0"/>
                          <m:t>эмп</m:t>
                        </m:r>
                      </m:sub>
                    </m:sSub>
                  </m:oMath>
                </a14:m>
                <a:endParaRPr lang="ru-RU" dirty="0"/>
              </a:p>
              <a:p>
                <a:pPr marL="0" indent="0">
                  <a:buNone/>
                </a:pPr>
                <a:r>
                  <a:rPr lang="ru-RU" dirty="0"/>
                  <a:t>4. Определить критическое значение критерия </a:t>
                </a:r>
                <a14:m>
                  <m:oMath xmlns:m="http://schemas.openxmlformats.org/officeDocument/2006/math">
                    <m:r>
                      <a:rPr lang="en-US" b="0" i="1" smtClean="0">
                        <a:latin typeface="Cambria Math" panose="02040503050406030204" pitchFamily="18" charset="0"/>
                      </a:rPr>
                      <m:t>𝑠𝑡𝑎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m:rPr>
                            <m:nor/>
                          </m:rPr>
                          <a:rPr lang="ru-RU" b="0" i="0" smtClean="0">
                            <a:latin typeface="Cambria Math" panose="02040503050406030204" pitchFamily="18" charset="0"/>
                          </a:rPr>
                          <m:t>крит</m:t>
                        </m:r>
                      </m:sub>
                    </m:sSub>
                  </m:oMath>
                </a14:m>
                <a:r>
                  <a:rPr lang="ru-RU" dirty="0"/>
                  <a:t> на основании объема выборки, числа степеней свободы, р-уровня значимости </a:t>
                </a:r>
              </a:p>
              <a:p>
                <a:pPr marL="0" indent="0">
                  <a:buNone/>
                </a:pPr>
                <a:r>
                  <a:rPr lang="ru-RU" dirty="0"/>
                  <a:t>5. Сравнить эмпирический и критический значения критерия </a:t>
                </a:r>
              </a:p>
              <a:p>
                <a:pPr marL="0" indent="0">
                  <a:buNone/>
                </a:pPr>
                <a:r>
                  <a:rPr lang="ru-RU" dirty="0"/>
                  <a:t>6. Если </a:t>
                </a:r>
                <a14:m>
                  <m:oMath xmlns:m="http://schemas.openxmlformats.org/officeDocument/2006/math">
                    <m:r>
                      <a:rPr lang="en-US" b="0" i="1" smtClean="0">
                        <a:latin typeface="Cambria Math" panose="02040503050406030204" pitchFamily="18" charset="0"/>
                      </a:rPr>
                      <m:t>𝑠𝑡𝑎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m:rPr>
                            <m:nor/>
                          </m:rPr>
                          <a:rPr lang="ru-RU" dirty="0"/>
                          <m:t>эмп</m:t>
                        </m:r>
                      </m:sub>
                    </m:sSub>
                    <m:r>
                      <a:rPr lang="en-US" b="0" i="0" dirty="0" smtClean="0">
                        <a:latin typeface="Cambria Math" panose="02040503050406030204" pitchFamily="18" charset="0"/>
                      </a:rPr>
                      <m:t>&gt;</m:t>
                    </m:r>
                    <m:r>
                      <a:rPr lang="en-US" i="1">
                        <a:latin typeface="Cambria Math" panose="02040503050406030204" pitchFamily="18" charset="0"/>
                      </a:rPr>
                      <m:t>𝑠𝑡𝑎</m:t>
                    </m:r>
                    <m:sSub>
                      <m:sSubPr>
                        <m:ctrlPr>
                          <a:rPr lang="en-US" i="1">
                            <a:latin typeface="Cambria Math" panose="02040503050406030204" pitchFamily="18" charset="0"/>
                          </a:rPr>
                        </m:ctrlPr>
                      </m:sSubPr>
                      <m:e>
                        <m:r>
                          <a:rPr lang="en-US" i="1">
                            <a:latin typeface="Cambria Math" panose="02040503050406030204" pitchFamily="18" charset="0"/>
                          </a:rPr>
                          <m:t>𝑡</m:t>
                        </m:r>
                      </m:e>
                      <m:sub>
                        <m:r>
                          <m:rPr>
                            <m:nor/>
                          </m:rPr>
                          <a:rPr lang="ru-RU" b="0" i="0" smtClean="0">
                            <a:latin typeface="Cambria Math" panose="02040503050406030204" pitchFamily="18" charset="0"/>
                          </a:rPr>
                          <m:t>крит</m:t>
                        </m:r>
                      </m:sub>
                    </m:sSub>
                  </m:oMath>
                </a14:m>
                <a:r>
                  <a:rPr lang="ru-RU" dirty="0"/>
                  <a:t>, то отвергнуть нулевую гипотезу (исключения составляют: критерий Манна-Уитни, критерий Т-</a:t>
                </a:r>
                <a:r>
                  <a:rPr lang="ru-RU" dirty="0" err="1"/>
                  <a:t>Уилкоксона</a:t>
                </a:r>
                <a:r>
                  <a:rPr lang="ru-RU" dirty="0"/>
                  <a:t>, критерий знаков)</a:t>
                </a:r>
              </a:p>
            </p:txBody>
          </p:sp>
        </mc:Choice>
        <mc:Fallback xmlns="">
          <p:sp>
            <p:nvSpPr>
              <p:cNvPr id="3" name="Объект 2">
                <a:extLst>
                  <a:ext uri="{FF2B5EF4-FFF2-40B4-BE49-F238E27FC236}">
                    <a16:creationId xmlns:a16="http://schemas.microsoft.com/office/drawing/2014/main" id="{50EBA1B7-EA0D-9B21-0DC8-CBF8883E132C}"/>
                  </a:ext>
                </a:extLst>
              </p:cNvPr>
              <p:cNvSpPr>
                <a:spLocks noGrp="1" noRot="1" noChangeAspect="1" noMove="1" noResize="1" noEditPoints="1" noAdjustHandles="1" noChangeArrowheads="1" noChangeShapeType="1" noTextEdit="1"/>
              </p:cNvSpPr>
              <p:nvPr>
                <p:ph idx="1"/>
              </p:nvPr>
            </p:nvSpPr>
            <p:spPr>
              <a:blipFill>
                <a:blip r:embed="rId2"/>
                <a:stretch>
                  <a:fillRect l="-1217" t="-2152" b="-63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FC1F1B7-C75B-D9AC-32BA-26326025EE67}"/>
              </a:ext>
            </a:extLst>
          </p:cNvPr>
          <p:cNvSpPr>
            <a:spLocks noGrp="1"/>
          </p:cNvSpPr>
          <p:nvPr>
            <p:ph type="sldNum" sz="quarter" idx="12"/>
          </p:nvPr>
        </p:nvSpPr>
        <p:spPr/>
        <p:txBody>
          <a:bodyPr/>
          <a:lstStyle/>
          <a:p>
            <a:fld id="{81C5FB71-5E9C-41B5-9BB8-3F1EBEAEB16A}" type="slidenum">
              <a:rPr lang="ru-RU" smtClean="0"/>
              <a:t>25</a:t>
            </a:fld>
            <a:endParaRPr lang="ru-RU"/>
          </a:p>
        </p:txBody>
      </p:sp>
    </p:spTree>
    <p:extLst>
      <p:ext uri="{BB962C8B-B14F-4D97-AF65-F5344CB8AC3E}">
        <p14:creationId xmlns:p14="http://schemas.microsoft.com/office/powerpoint/2010/main" val="618936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9544C0-742D-B7A1-1EF4-31EE4F0A7608}"/>
              </a:ext>
            </a:extLst>
          </p:cNvPr>
          <p:cNvSpPr>
            <a:spLocks noGrp="1"/>
          </p:cNvSpPr>
          <p:nvPr>
            <p:ph type="title"/>
          </p:nvPr>
        </p:nvSpPr>
        <p:spPr/>
        <p:txBody>
          <a:bodyPr/>
          <a:lstStyle/>
          <a:p>
            <a:r>
              <a:rPr lang="ru-RU" dirty="0"/>
              <a:t>Статистические критерии</a:t>
            </a:r>
          </a:p>
        </p:txBody>
      </p:sp>
      <p:sp>
        <p:nvSpPr>
          <p:cNvPr id="3" name="Объект 2">
            <a:extLst>
              <a:ext uri="{FF2B5EF4-FFF2-40B4-BE49-F238E27FC236}">
                <a16:creationId xmlns:a16="http://schemas.microsoft.com/office/drawing/2014/main" id="{11214A50-BCA2-F288-31F4-B754C9FFAFAF}"/>
              </a:ext>
            </a:extLst>
          </p:cNvPr>
          <p:cNvSpPr>
            <a:spLocks noGrp="1"/>
          </p:cNvSpPr>
          <p:nvPr>
            <p:ph idx="1"/>
          </p:nvPr>
        </p:nvSpPr>
        <p:spPr/>
        <p:txBody>
          <a:bodyPr/>
          <a:lstStyle/>
          <a:p>
            <a:r>
              <a:rPr lang="ru-RU" b="1" dirty="0"/>
              <a:t>параметрические</a:t>
            </a:r>
            <a:r>
              <a:rPr lang="ru-RU" dirty="0"/>
              <a:t> (t-критерий Стьюдента, F-критерий) </a:t>
            </a:r>
          </a:p>
          <a:p>
            <a:r>
              <a:rPr lang="ru-RU" b="1" dirty="0"/>
              <a:t>непараметрические</a:t>
            </a:r>
            <a:r>
              <a:rPr lang="ru-RU" dirty="0"/>
              <a:t> (критерий </a:t>
            </a:r>
            <a:r>
              <a:rPr lang="ru-RU" dirty="0" err="1"/>
              <a:t>Уилкоксона</a:t>
            </a:r>
            <a:r>
              <a:rPr lang="ru-RU" dirty="0"/>
              <a:t>, критерий Пирсона)</a:t>
            </a:r>
          </a:p>
          <a:p>
            <a:pPr marL="0" indent="0">
              <a:buNone/>
            </a:pPr>
            <a:r>
              <a:rPr lang="ru-RU" b="1" dirty="0"/>
              <a:t>Мощность статистического критерия</a:t>
            </a:r>
            <a:r>
              <a:rPr lang="ru-RU" dirty="0"/>
              <a:t> – способность критерия выявлять различия </a:t>
            </a:r>
          </a:p>
          <a:p>
            <a:pPr marL="0" indent="0">
              <a:buNone/>
            </a:pPr>
            <a:r>
              <a:rPr lang="ru-RU" b="1" dirty="0"/>
              <a:t>р-уровень значимости</a:t>
            </a:r>
            <a:r>
              <a:rPr lang="ru-RU" dirty="0"/>
              <a:t> – вероятность того, случайные различия были признаны достоверными, существенными р≤0,05</a:t>
            </a:r>
          </a:p>
          <a:p>
            <a:r>
              <a:rPr lang="ru-RU" dirty="0"/>
              <a:t>низший уровень статистической значимости – 5% (р≤0,05) </a:t>
            </a:r>
          </a:p>
          <a:p>
            <a:r>
              <a:rPr lang="ru-RU" dirty="0"/>
              <a:t>достаточный – 1% (р≤0,01) </a:t>
            </a:r>
          </a:p>
          <a:p>
            <a:r>
              <a:rPr lang="ru-RU" dirty="0"/>
              <a:t>высший – 0,1% (р≤0,001)</a:t>
            </a:r>
          </a:p>
        </p:txBody>
      </p:sp>
      <p:sp>
        <p:nvSpPr>
          <p:cNvPr id="4" name="Номер слайда 3">
            <a:extLst>
              <a:ext uri="{FF2B5EF4-FFF2-40B4-BE49-F238E27FC236}">
                <a16:creationId xmlns:a16="http://schemas.microsoft.com/office/drawing/2014/main" id="{52E25404-8A41-A118-4DE6-378CD5B02667}"/>
              </a:ext>
            </a:extLst>
          </p:cNvPr>
          <p:cNvSpPr>
            <a:spLocks noGrp="1"/>
          </p:cNvSpPr>
          <p:nvPr>
            <p:ph type="sldNum" sz="quarter" idx="12"/>
          </p:nvPr>
        </p:nvSpPr>
        <p:spPr/>
        <p:txBody>
          <a:bodyPr/>
          <a:lstStyle/>
          <a:p>
            <a:fld id="{81C5FB71-5E9C-41B5-9BB8-3F1EBEAEB16A}" type="slidenum">
              <a:rPr lang="ru-RU" smtClean="0"/>
              <a:t>26</a:t>
            </a:fld>
            <a:endParaRPr lang="ru-RU"/>
          </a:p>
        </p:txBody>
      </p:sp>
    </p:spTree>
    <p:extLst>
      <p:ext uri="{BB962C8B-B14F-4D97-AF65-F5344CB8AC3E}">
        <p14:creationId xmlns:p14="http://schemas.microsoft.com/office/powerpoint/2010/main" val="3608346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E06031-F283-9FC9-9EF8-8E6E79155412}"/>
              </a:ext>
            </a:extLst>
          </p:cNvPr>
          <p:cNvSpPr>
            <a:spLocks noGrp="1"/>
          </p:cNvSpPr>
          <p:nvPr>
            <p:ph type="title"/>
          </p:nvPr>
        </p:nvSpPr>
        <p:spPr/>
        <p:txBody>
          <a:bodyPr/>
          <a:lstStyle/>
          <a:p>
            <a:r>
              <a:rPr lang="ru-RU" dirty="0"/>
              <a:t>Полезно понимать</a:t>
            </a:r>
          </a:p>
        </p:txBody>
      </p:sp>
      <p:sp>
        <p:nvSpPr>
          <p:cNvPr id="3" name="Объект 2">
            <a:extLst>
              <a:ext uri="{FF2B5EF4-FFF2-40B4-BE49-F238E27FC236}">
                <a16:creationId xmlns:a16="http://schemas.microsoft.com/office/drawing/2014/main" id="{E0D19964-A787-0357-9241-CB9026DC420D}"/>
              </a:ext>
            </a:extLst>
          </p:cNvPr>
          <p:cNvSpPr>
            <a:spLocks noGrp="1"/>
          </p:cNvSpPr>
          <p:nvPr>
            <p:ph idx="1"/>
          </p:nvPr>
        </p:nvSpPr>
        <p:spPr/>
        <p:txBody>
          <a:bodyPr>
            <a:normAutofit/>
          </a:bodyPr>
          <a:lstStyle/>
          <a:p>
            <a:r>
              <a:rPr lang="ru-RU" sz="3200" dirty="0"/>
              <a:t>о чем гипотеза, какой тип статистической задачи необходимо решать </a:t>
            </a:r>
          </a:p>
          <a:p>
            <a:r>
              <a:rPr lang="ru-RU" sz="3200" dirty="0"/>
              <a:t>шкалы измерения данных </a:t>
            </a:r>
          </a:p>
          <a:p>
            <a:r>
              <a:rPr lang="ru-RU" sz="3200" dirty="0"/>
              <a:t>размеры выборки/выборок </a:t>
            </a:r>
          </a:p>
          <a:p>
            <a:r>
              <a:rPr lang="ru-RU" sz="3200" dirty="0"/>
              <a:t>можно ли выбранный критерий применить к неравным по объему выборкам </a:t>
            </a:r>
          </a:p>
          <a:p>
            <a:r>
              <a:rPr lang="ru-RU" sz="3200" dirty="0"/>
              <a:t>мощность критерия </a:t>
            </a:r>
          </a:p>
          <a:p>
            <a:r>
              <a:rPr lang="ru-RU" sz="3200" dirty="0"/>
              <a:t>возможности, которыми располагает исследователь для расчета критерия</a:t>
            </a:r>
          </a:p>
        </p:txBody>
      </p:sp>
      <p:sp>
        <p:nvSpPr>
          <p:cNvPr id="4" name="Номер слайда 3">
            <a:extLst>
              <a:ext uri="{FF2B5EF4-FFF2-40B4-BE49-F238E27FC236}">
                <a16:creationId xmlns:a16="http://schemas.microsoft.com/office/drawing/2014/main" id="{1341B268-E7AB-A4E7-6180-76572F7E3A41}"/>
              </a:ext>
            </a:extLst>
          </p:cNvPr>
          <p:cNvSpPr>
            <a:spLocks noGrp="1"/>
          </p:cNvSpPr>
          <p:nvPr>
            <p:ph type="sldNum" sz="quarter" idx="12"/>
          </p:nvPr>
        </p:nvSpPr>
        <p:spPr/>
        <p:txBody>
          <a:bodyPr/>
          <a:lstStyle/>
          <a:p>
            <a:fld id="{81C5FB71-5E9C-41B5-9BB8-3F1EBEAEB16A}" type="slidenum">
              <a:rPr lang="ru-RU" smtClean="0"/>
              <a:t>27</a:t>
            </a:fld>
            <a:endParaRPr lang="ru-RU"/>
          </a:p>
        </p:txBody>
      </p:sp>
    </p:spTree>
    <p:extLst>
      <p:ext uri="{BB962C8B-B14F-4D97-AF65-F5344CB8AC3E}">
        <p14:creationId xmlns:p14="http://schemas.microsoft.com/office/powerpoint/2010/main" val="1894187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ED8E0B-A02D-BB8C-A467-70F26B29920B}"/>
              </a:ext>
            </a:extLst>
          </p:cNvPr>
          <p:cNvSpPr>
            <a:spLocks noGrp="1"/>
          </p:cNvSpPr>
          <p:nvPr>
            <p:ph type="title"/>
          </p:nvPr>
        </p:nvSpPr>
        <p:spPr/>
        <p:txBody>
          <a:bodyPr/>
          <a:lstStyle/>
          <a:p>
            <a:r>
              <a:rPr lang="ru-RU" dirty="0"/>
              <a:t>Ошибки статистического теста</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CF16709B-578B-440F-9B75-82960329E854}"/>
                  </a:ext>
                </a:extLst>
              </p:cNvPr>
              <p:cNvSpPr>
                <a:spLocks noGrp="1"/>
              </p:cNvSpPr>
              <p:nvPr>
                <p:ph idx="1"/>
              </p:nvPr>
            </p:nvSpPr>
            <p:spPr/>
            <p:txBody>
              <a:bodyPr>
                <a:normAutofit/>
              </a:bodyPr>
              <a:lstStyle/>
              <a:p>
                <a:r>
                  <a:rPr lang="ru-RU" sz="3600" b="1" dirty="0"/>
                  <a:t>Ошибка I рода</a:t>
                </a:r>
                <a:r>
                  <a:rPr lang="ru-RU" sz="3600" dirty="0"/>
                  <a:t>: нулевая верная гипотеза была отклонена </a:t>
                </a:r>
              </a:p>
              <a:p>
                <a:pPr lvl="1"/>
                <a:r>
                  <a:rPr lang="ru-RU" sz="3200" dirty="0"/>
                  <a:t>Вероятность ошибки I рода - </a:t>
                </a:r>
                <a14:m>
                  <m:oMath xmlns:m="http://schemas.openxmlformats.org/officeDocument/2006/math">
                    <m:r>
                      <a:rPr lang="en-US" sz="3200" b="0" i="1" dirty="0" smtClean="0">
                        <a:latin typeface="Cambria Math" panose="02040503050406030204" pitchFamily="18" charset="0"/>
                      </a:rPr>
                      <m:t>𝛼</m:t>
                    </m:r>
                  </m:oMath>
                </a14:m>
                <a:endParaRPr lang="ru-RU" sz="3200" dirty="0"/>
              </a:p>
              <a:p>
                <a:pPr lvl="1"/>
                <a:r>
                  <a:rPr lang="ru-RU" sz="3200" dirty="0"/>
                  <a:t>Вероятность правильно принятого решения: </a:t>
                </a:r>
                <a14:m>
                  <m:oMath xmlns:m="http://schemas.openxmlformats.org/officeDocument/2006/math">
                    <m:r>
                      <a:rPr lang="ru-RU" sz="3200" i="1" dirty="0" smtClean="0">
                        <a:latin typeface="Cambria Math" panose="02040503050406030204" pitchFamily="18" charset="0"/>
                      </a:rPr>
                      <m:t>(1−</m:t>
                    </m:r>
                    <m:r>
                      <a:rPr lang="en-US" sz="3200" b="0" i="1" dirty="0" smtClean="0">
                        <a:latin typeface="Cambria Math" panose="02040503050406030204" pitchFamily="18" charset="0"/>
                      </a:rPr>
                      <m:t>𝛼</m:t>
                    </m:r>
                    <m:r>
                      <a:rPr lang="ru-RU" sz="3200" i="1" dirty="0" smtClean="0">
                        <a:latin typeface="Cambria Math" panose="02040503050406030204" pitchFamily="18" charset="0"/>
                      </a:rPr>
                      <m:t>)</m:t>
                    </m:r>
                  </m:oMath>
                </a14:m>
                <a:r>
                  <a:rPr lang="ru-RU" sz="3200" dirty="0"/>
                  <a:t> </a:t>
                </a:r>
              </a:p>
              <a:p>
                <a:r>
                  <a:rPr lang="ru-RU" sz="3600" b="1" dirty="0"/>
                  <a:t>Ошибка II рода</a:t>
                </a:r>
                <a:r>
                  <a:rPr lang="ru-RU" sz="3600" dirty="0"/>
                  <a:t>: приняли нулевую гипотезу в то время, как она неверна </a:t>
                </a:r>
              </a:p>
              <a:p>
                <a:pPr lvl="1"/>
                <a:r>
                  <a:rPr lang="ru-RU" sz="3200" dirty="0"/>
                  <a:t>Вероятность ошибки II рода - </a:t>
                </a:r>
                <a14:m>
                  <m:oMath xmlns:m="http://schemas.openxmlformats.org/officeDocument/2006/math">
                    <m:r>
                      <a:rPr lang="ru-RU" sz="3200" b="0" i="1" smtClean="0">
                        <a:latin typeface="Cambria Math" panose="02040503050406030204" pitchFamily="18" charset="0"/>
                      </a:rPr>
                      <m:t>𝛽</m:t>
                    </m:r>
                  </m:oMath>
                </a14:m>
                <a:endParaRPr lang="ru-RU" sz="3200" dirty="0"/>
              </a:p>
              <a:p>
                <a:pPr lvl="1"/>
                <a:r>
                  <a:rPr lang="ru-RU" sz="3200" dirty="0"/>
                  <a:t>Вероятность правильного решения </a:t>
                </a:r>
                <a14:m>
                  <m:oMath xmlns:m="http://schemas.openxmlformats.org/officeDocument/2006/math">
                    <m:r>
                      <a:rPr lang="ru-RU" sz="3200" i="1" dirty="0" smtClean="0">
                        <a:latin typeface="Cambria Math" panose="02040503050406030204" pitchFamily="18" charset="0"/>
                      </a:rPr>
                      <m:t>(1 –</m:t>
                    </m:r>
                    <m:r>
                      <a:rPr lang="en-US" sz="3200" b="0" i="1" dirty="0" smtClean="0">
                        <a:latin typeface="Cambria Math" panose="02040503050406030204" pitchFamily="18" charset="0"/>
                      </a:rPr>
                      <m:t>𝛽</m:t>
                    </m:r>
                    <m:r>
                      <a:rPr lang="ru-RU" sz="3200" i="1" dirty="0" smtClean="0">
                        <a:latin typeface="Cambria Math" panose="02040503050406030204" pitchFamily="18" charset="0"/>
                      </a:rPr>
                      <m:t>)</m:t>
                    </m:r>
                  </m:oMath>
                </a14:m>
                <a:r>
                  <a:rPr lang="ru-RU" sz="3200" dirty="0"/>
                  <a:t> – мощность статистического критерия</a:t>
                </a:r>
              </a:p>
            </p:txBody>
          </p:sp>
        </mc:Choice>
        <mc:Fallback xmlns="">
          <p:sp>
            <p:nvSpPr>
              <p:cNvPr id="3" name="Объект 2">
                <a:extLst>
                  <a:ext uri="{FF2B5EF4-FFF2-40B4-BE49-F238E27FC236}">
                    <a16:creationId xmlns:a16="http://schemas.microsoft.com/office/drawing/2014/main" id="{CF16709B-578B-440F-9B75-82960329E854}"/>
                  </a:ext>
                </a:extLst>
              </p:cNvPr>
              <p:cNvSpPr>
                <a:spLocks noGrp="1" noRot="1" noChangeAspect="1" noMove="1" noResize="1" noEditPoints="1" noAdjustHandles="1" noChangeArrowheads="1" noChangeShapeType="1" noTextEdit="1"/>
              </p:cNvSpPr>
              <p:nvPr>
                <p:ph idx="1"/>
              </p:nvPr>
            </p:nvSpPr>
            <p:spPr>
              <a:blipFill>
                <a:blip r:embed="rId2"/>
                <a:stretch>
                  <a:fillRect l="-1623" t="-3165" r="-986" b="-63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931D90E7-D39A-6E57-4F57-87B5FCDCC2D5}"/>
              </a:ext>
            </a:extLst>
          </p:cNvPr>
          <p:cNvSpPr>
            <a:spLocks noGrp="1"/>
          </p:cNvSpPr>
          <p:nvPr>
            <p:ph type="sldNum" sz="quarter" idx="12"/>
          </p:nvPr>
        </p:nvSpPr>
        <p:spPr/>
        <p:txBody>
          <a:bodyPr/>
          <a:lstStyle/>
          <a:p>
            <a:fld id="{81C5FB71-5E9C-41B5-9BB8-3F1EBEAEB16A}" type="slidenum">
              <a:rPr lang="ru-RU" smtClean="0"/>
              <a:t>28</a:t>
            </a:fld>
            <a:endParaRPr lang="ru-RU"/>
          </a:p>
        </p:txBody>
      </p:sp>
    </p:spTree>
    <p:extLst>
      <p:ext uri="{BB962C8B-B14F-4D97-AF65-F5344CB8AC3E}">
        <p14:creationId xmlns:p14="http://schemas.microsoft.com/office/powerpoint/2010/main" val="1718431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F4BE8E-3642-A982-470E-0C14B310EDAA}"/>
              </a:ext>
            </a:extLst>
          </p:cNvPr>
          <p:cNvSpPr>
            <a:spLocks noGrp="1"/>
          </p:cNvSpPr>
          <p:nvPr>
            <p:ph type="title"/>
          </p:nvPr>
        </p:nvSpPr>
        <p:spPr/>
        <p:txBody>
          <a:bodyPr/>
          <a:lstStyle/>
          <a:p>
            <a:r>
              <a:rPr lang="ru-RU" dirty="0"/>
              <a:t>Гипотезы о параметрах генеральной совокупности</a:t>
            </a:r>
          </a:p>
        </p:txBody>
      </p:sp>
      <p:sp>
        <p:nvSpPr>
          <p:cNvPr id="3" name="Объект 2">
            <a:extLst>
              <a:ext uri="{FF2B5EF4-FFF2-40B4-BE49-F238E27FC236}">
                <a16:creationId xmlns:a16="http://schemas.microsoft.com/office/drawing/2014/main" id="{EB39C140-1EC1-DE74-7823-CB06ECF4BFA0}"/>
              </a:ext>
            </a:extLst>
          </p:cNvPr>
          <p:cNvSpPr>
            <a:spLocks noGrp="1"/>
          </p:cNvSpPr>
          <p:nvPr>
            <p:ph idx="1"/>
          </p:nvPr>
        </p:nvSpPr>
        <p:spPr/>
        <p:txBody>
          <a:bodyPr>
            <a:normAutofit fontScale="85000" lnSpcReduction="20000"/>
          </a:bodyPr>
          <a:lstStyle/>
          <a:p>
            <a:pPr marL="0" indent="0">
              <a:buNone/>
            </a:pPr>
            <a:r>
              <a:rPr lang="ru-RU" b="1" dirty="0"/>
              <a:t>Гипотезы о параметрах генеральной совокупности: </a:t>
            </a:r>
          </a:p>
          <a:p>
            <a:r>
              <a:rPr lang="ru-RU" dirty="0"/>
              <a:t>гипотезы о средних </a:t>
            </a:r>
          </a:p>
          <a:p>
            <a:pPr lvl="1"/>
            <a:r>
              <a:rPr lang="ru-RU" dirty="0"/>
              <a:t>о равенстве среднего определенному значению </a:t>
            </a:r>
          </a:p>
          <a:p>
            <a:pPr lvl="1"/>
            <a:r>
              <a:rPr lang="ru-RU" dirty="0"/>
              <a:t>о значимости различия между средними </a:t>
            </a:r>
          </a:p>
          <a:p>
            <a:r>
              <a:rPr lang="ru-RU" dirty="0"/>
              <a:t>гипотезы о дисперсиях </a:t>
            </a:r>
          </a:p>
          <a:p>
            <a:pPr lvl="1"/>
            <a:r>
              <a:rPr lang="ru-RU" dirty="0"/>
              <a:t>о равенстве дисперсий определенному значению </a:t>
            </a:r>
          </a:p>
          <a:p>
            <a:pPr lvl="1"/>
            <a:r>
              <a:rPr lang="ru-RU" dirty="0"/>
              <a:t>о значимости различия дисперсий двух совокупностей </a:t>
            </a:r>
          </a:p>
          <a:p>
            <a:r>
              <a:rPr lang="ru-RU" dirty="0"/>
              <a:t>гипотезы о коэффициентах корреляции </a:t>
            </a:r>
          </a:p>
          <a:p>
            <a:pPr lvl="1"/>
            <a:r>
              <a:rPr lang="ru-RU" dirty="0"/>
              <a:t>о равенстве коэффициентов корреляции определенному значению </a:t>
            </a:r>
          </a:p>
          <a:p>
            <a:pPr lvl="1"/>
            <a:r>
              <a:rPr lang="ru-RU" dirty="0"/>
              <a:t>о значимости различия коэффициентов корреляции двух совокупностей </a:t>
            </a:r>
          </a:p>
          <a:p>
            <a:r>
              <a:rPr lang="ru-RU" dirty="0"/>
              <a:t>гипотезы о долях признака </a:t>
            </a:r>
          </a:p>
          <a:p>
            <a:pPr lvl="1"/>
            <a:r>
              <a:rPr lang="ru-RU" dirty="0"/>
              <a:t>о равенстве доли признака определенному значению </a:t>
            </a:r>
          </a:p>
          <a:p>
            <a:pPr lvl="1"/>
            <a:r>
              <a:rPr lang="ru-RU" dirty="0"/>
              <a:t>о значимости различия долей признака в двух совокупностях </a:t>
            </a:r>
          </a:p>
          <a:p>
            <a:r>
              <a:rPr lang="ru-RU" dirty="0"/>
              <a:t>гипотезы о независимости признаков в корреляционной таблице</a:t>
            </a:r>
          </a:p>
        </p:txBody>
      </p:sp>
      <p:sp>
        <p:nvSpPr>
          <p:cNvPr id="4" name="Номер слайда 3">
            <a:extLst>
              <a:ext uri="{FF2B5EF4-FFF2-40B4-BE49-F238E27FC236}">
                <a16:creationId xmlns:a16="http://schemas.microsoft.com/office/drawing/2014/main" id="{46B5A4C2-BD0F-D09B-D2D6-691D492AC664}"/>
              </a:ext>
            </a:extLst>
          </p:cNvPr>
          <p:cNvSpPr>
            <a:spLocks noGrp="1"/>
          </p:cNvSpPr>
          <p:nvPr>
            <p:ph type="sldNum" sz="quarter" idx="12"/>
          </p:nvPr>
        </p:nvSpPr>
        <p:spPr/>
        <p:txBody>
          <a:bodyPr/>
          <a:lstStyle/>
          <a:p>
            <a:fld id="{81C5FB71-5E9C-41B5-9BB8-3F1EBEAEB16A}" type="slidenum">
              <a:rPr lang="ru-RU" smtClean="0"/>
              <a:t>29</a:t>
            </a:fld>
            <a:endParaRPr lang="ru-RU"/>
          </a:p>
        </p:txBody>
      </p:sp>
    </p:spTree>
    <p:extLst>
      <p:ext uri="{BB962C8B-B14F-4D97-AF65-F5344CB8AC3E}">
        <p14:creationId xmlns:p14="http://schemas.microsoft.com/office/powerpoint/2010/main" val="32487798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987F3A-8F5D-9BE7-12F1-49DCCA2BDD8E}"/>
              </a:ext>
            </a:extLst>
          </p:cNvPr>
          <p:cNvSpPr>
            <a:spLocks noGrp="1"/>
          </p:cNvSpPr>
          <p:nvPr>
            <p:ph type="title"/>
          </p:nvPr>
        </p:nvSpPr>
        <p:spPr/>
        <p:txBody>
          <a:bodyPr/>
          <a:lstStyle/>
          <a:p>
            <a:r>
              <a:rPr lang="ru-RU" dirty="0"/>
              <a:t>Сравнение средних значений двух выборок</a:t>
            </a:r>
          </a:p>
        </p:txBody>
      </p:sp>
      <p:sp>
        <p:nvSpPr>
          <p:cNvPr id="3" name="Объект 2">
            <a:extLst>
              <a:ext uri="{FF2B5EF4-FFF2-40B4-BE49-F238E27FC236}">
                <a16:creationId xmlns:a16="http://schemas.microsoft.com/office/drawing/2014/main" id="{48D6020D-7EAD-CEC0-328E-5C42BFD39D06}"/>
              </a:ext>
            </a:extLst>
          </p:cNvPr>
          <p:cNvSpPr>
            <a:spLocks noGrp="1"/>
          </p:cNvSpPr>
          <p:nvPr>
            <p:ph idx="1"/>
          </p:nvPr>
        </p:nvSpPr>
        <p:spPr>
          <a:xfrm>
            <a:off x="838200" y="1170847"/>
            <a:ext cx="10515600" cy="5006115"/>
          </a:xfrm>
        </p:spPr>
        <p:txBody>
          <a:bodyPr/>
          <a:lstStyle/>
          <a:p>
            <a:pPr marL="0" indent="0">
              <a:buNone/>
            </a:pPr>
            <a:r>
              <a:rPr lang="ru-RU" dirty="0"/>
              <a:t>Условие нормальности не выполнено =&gt; непараметрические тесты</a:t>
            </a:r>
          </a:p>
          <a:p>
            <a:r>
              <a:rPr lang="ru-RU" sz="3200" dirty="0"/>
              <a:t>Сравнение двух зависимых выборок: t-тест Стьюдента для зависимых выборок </a:t>
            </a:r>
          </a:p>
          <a:p>
            <a:r>
              <a:rPr lang="ru-RU" sz="3200" dirty="0"/>
              <a:t>Сравнение двух независимых выборок: t-тест Стьюдента для независимых выборок </a:t>
            </a:r>
          </a:p>
          <a:p>
            <a:r>
              <a:rPr lang="ru-RU" sz="3200" dirty="0"/>
              <a:t>Сравнение более двух зависимых выборок: однофакторный дисперсионный анализ с повторными измерениями </a:t>
            </a:r>
          </a:p>
          <a:p>
            <a:r>
              <a:rPr lang="ru-RU" sz="3200" dirty="0"/>
              <a:t>Сравнение более двух независимых выборок: однофакторный дисперсионный анализ</a:t>
            </a:r>
          </a:p>
        </p:txBody>
      </p:sp>
      <p:sp>
        <p:nvSpPr>
          <p:cNvPr id="4" name="Номер слайда 3">
            <a:extLst>
              <a:ext uri="{FF2B5EF4-FFF2-40B4-BE49-F238E27FC236}">
                <a16:creationId xmlns:a16="http://schemas.microsoft.com/office/drawing/2014/main" id="{3303F042-90FD-8C10-5784-3DF6CD5CA6FC}"/>
              </a:ext>
            </a:extLst>
          </p:cNvPr>
          <p:cNvSpPr>
            <a:spLocks noGrp="1"/>
          </p:cNvSpPr>
          <p:nvPr>
            <p:ph type="sldNum" sz="quarter" idx="12"/>
          </p:nvPr>
        </p:nvSpPr>
        <p:spPr/>
        <p:txBody>
          <a:bodyPr/>
          <a:lstStyle/>
          <a:p>
            <a:fld id="{81C5FB71-5E9C-41B5-9BB8-3F1EBEAEB16A}" type="slidenum">
              <a:rPr lang="ru-RU" smtClean="0"/>
              <a:t>30</a:t>
            </a:fld>
            <a:endParaRPr lang="ru-RU"/>
          </a:p>
        </p:txBody>
      </p:sp>
    </p:spTree>
    <p:extLst>
      <p:ext uri="{BB962C8B-B14F-4D97-AF65-F5344CB8AC3E}">
        <p14:creationId xmlns:p14="http://schemas.microsoft.com/office/powerpoint/2010/main" val="2761157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1C87DC-EF1B-30B3-C553-80BC93F6841D}"/>
              </a:ext>
            </a:extLst>
          </p:cNvPr>
          <p:cNvSpPr>
            <a:spLocks noGrp="1"/>
          </p:cNvSpPr>
          <p:nvPr>
            <p:ph type="title"/>
          </p:nvPr>
        </p:nvSpPr>
        <p:spPr/>
        <p:txBody>
          <a:bodyPr/>
          <a:lstStyle/>
          <a:p>
            <a:r>
              <a:rPr lang="ru-RU" dirty="0"/>
              <a:t>Критерии нормальности распределения</a:t>
            </a:r>
          </a:p>
        </p:txBody>
      </p:sp>
      <p:sp>
        <p:nvSpPr>
          <p:cNvPr id="3" name="Объект 2">
            <a:extLst>
              <a:ext uri="{FF2B5EF4-FFF2-40B4-BE49-F238E27FC236}">
                <a16:creationId xmlns:a16="http://schemas.microsoft.com/office/drawing/2014/main" id="{DC4D148E-BA21-6676-CA78-39540BEF5806}"/>
              </a:ext>
            </a:extLst>
          </p:cNvPr>
          <p:cNvSpPr>
            <a:spLocks noGrp="1"/>
          </p:cNvSpPr>
          <p:nvPr>
            <p:ph idx="1"/>
          </p:nvPr>
        </p:nvSpPr>
        <p:spPr/>
        <p:txBody>
          <a:bodyPr>
            <a:normAutofit/>
          </a:bodyPr>
          <a:lstStyle/>
          <a:p>
            <a:r>
              <a:rPr lang="ru-RU" dirty="0"/>
              <a:t>Критерий Шапиро-</a:t>
            </a:r>
            <a:r>
              <a:rPr lang="ru-RU" dirty="0" err="1"/>
              <a:t>Уилка</a:t>
            </a:r>
            <a:r>
              <a:rPr lang="ru-RU" dirty="0"/>
              <a:t> </a:t>
            </a:r>
          </a:p>
          <a:p>
            <a:r>
              <a:rPr lang="ru-RU" dirty="0"/>
              <a:t>Критерий асимметрии и эксцесса </a:t>
            </a:r>
          </a:p>
          <a:p>
            <a:r>
              <a:rPr lang="ru-RU" dirty="0"/>
              <a:t>Критерий </a:t>
            </a:r>
            <a:r>
              <a:rPr lang="ru-RU" dirty="0" err="1"/>
              <a:t>Дарбина</a:t>
            </a:r>
            <a:r>
              <a:rPr lang="ru-RU" dirty="0"/>
              <a:t> </a:t>
            </a:r>
          </a:p>
          <a:p>
            <a:r>
              <a:rPr lang="ru-RU" dirty="0"/>
              <a:t>Критерий хи-квадрат </a:t>
            </a:r>
          </a:p>
          <a:p>
            <a:r>
              <a:rPr lang="ru-RU" dirty="0"/>
              <a:t>Критерий Колмогорова-Смирнова </a:t>
            </a:r>
          </a:p>
          <a:p>
            <a:r>
              <a:rPr lang="ru-RU" dirty="0"/>
              <a:t>Критерий Мартинса-</a:t>
            </a:r>
            <a:r>
              <a:rPr lang="ru-RU" dirty="0" err="1"/>
              <a:t>Иглевича</a:t>
            </a:r>
            <a:r>
              <a:rPr lang="ru-RU" dirty="0"/>
              <a:t> </a:t>
            </a:r>
          </a:p>
          <a:p>
            <a:r>
              <a:rPr lang="ru-RU" dirty="0"/>
              <a:t>Критерий Лина-</a:t>
            </a:r>
            <a:r>
              <a:rPr lang="ru-RU" dirty="0" err="1"/>
              <a:t>Мудхолкара</a:t>
            </a:r>
            <a:r>
              <a:rPr lang="ru-RU" dirty="0"/>
              <a:t> </a:t>
            </a:r>
          </a:p>
          <a:p>
            <a:r>
              <a:rPr lang="ru-RU" dirty="0"/>
              <a:t>Критерий </a:t>
            </a:r>
            <a:r>
              <a:rPr lang="ru-RU" dirty="0" err="1"/>
              <a:t>Шпигельхальтера</a:t>
            </a:r>
            <a:endParaRPr lang="ru-RU" dirty="0"/>
          </a:p>
          <a:p>
            <a:r>
              <a:rPr lang="ru-RU" dirty="0"/>
              <a:t>…</a:t>
            </a:r>
          </a:p>
        </p:txBody>
      </p:sp>
      <p:sp>
        <p:nvSpPr>
          <p:cNvPr id="4" name="Номер слайда 3">
            <a:extLst>
              <a:ext uri="{FF2B5EF4-FFF2-40B4-BE49-F238E27FC236}">
                <a16:creationId xmlns:a16="http://schemas.microsoft.com/office/drawing/2014/main" id="{40080DED-E7E3-6F6C-2FB8-478E18CCF411}"/>
              </a:ext>
            </a:extLst>
          </p:cNvPr>
          <p:cNvSpPr>
            <a:spLocks noGrp="1"/>
          </p:cNvSpPr>
          <p:nvPr>
            <p:ph type="sldNum" sz="quarter" idx="12"/>
          </p:nvPr>
        </p:nvSpPr>
        <p:spPr/>
        <p:txBody>
          <a:bodyPr/>
          <a:lstStyle/>
          <a:p>
            <a:fld id="{81C5FB71-5E9C-41B5-9BB8-3F1EBEAEB16A}" type="slidenum">
              <a:rPr lang="ru-RU" smtClean="0"/>
              <a:t>31</a:t>
            </a:fld>
            <a:endParaRPr lang="ru-RU"/>
          </a:p>
        </p:txBody>
      </p:sp>
    </p:spTree>
    <p:extLst>
      <p:ext uri="{BB962C8B-B14F-4D97-AF65-F5344CB8AC3E}">
        <p14:creationId xmlns:p14="http://schemas.microsoft.com/office/powerpoint/2010/main" val="856151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EACA9A-B16C-0AE3-97DF-1824DC6D846E}"/>
              </a:ext>
            </a:extLst>
          </p:cNvPr>
          <p:cNvSpPr>
            <a:spLocks noGrp="1"/>
          </p:cNvSpPr>
          <p:nvPr>
            <p:ph type="title"/>
          </p:nvPr>
        </p:nvSpPr>
        <p:spPr/>
        <p:txBody>
          <a:bodyPr/>
          <a:lstStyle/>
          <a:p>
            <a:r>
              <a:rPr lang="ru-RU" dirty="0"/>
              <a:t>Критерий </a:t>
            </a:r>
            <a:r>
              <a:rPr lang="ru-RU" dirty="0" err="1"/>
              <a:t>Шпиро-Уилка</a:t>
            </a:r>
            <a:endParaRPr lang="ru-RU" dirty="0"/>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4F69FBB4-AF2F-A45D-70E7-89CEE2C2EF54}"/>
                  </a:ext>
                </a:extLst>
              </p:cNvPr>
              <p:cNvSpPr>
                <a:spLocks noGrp="1"/>
              </p:cNvSpPr>
              <p:nvPr>
                <p:ph idx="1"/>
              </p:nvPr>
            </p:nvSpPr>
            <p:spPr/>
            <p:txBody>
              <a:bodyPr>
                <a:normAutofit/>
              </a:bodyPr>
              <a:lstStyle/>
              <a:p>
                <a:pPr marL="0" indent="0">
                  <a:buNone/>
                </a:pPr>
                <a:r>
                  <a:rPr lang="ru-RU" dirty="0"/>
                  <a:t>Тест Шапиро–</a:t>
                </a:r>
                <a:r>
                  <a:rPr lang="ru-RU" dirty="0" err="1"/>
                  <a:t>Уилка</a:t>
                </a:r>
                <a:r>
                  <a:rPr lang="ru-RU" dirty="0"/>
                  <a:t> проверяет нулевую гипотезу о том, что выборка </a:t>
                </a:r>
                <a14:m>
                  <m:oMath xmlns:m="http://schemas.openxmlformats.org/officeDocument/2006/math">
                    <m:sSub>
                      <m:sSubPr>
                        <m:ctrlPr>
                          <a:rPr lang="ru-RU" b="0" i="1" dirty="0" smtClean="0">
                            <a:latin typeface="Cambria Math" panose="02040503050406030204" pitchFamily="18" charset="0"/>
                          </a:rPr>
                        </m:ctrlPr>
                      </m:sSubPr>
                      <m:e>
                        <m:r>
                          <a:rPr lang="ru-RU" i="1" dirty="0" smtClean="0">
                            <a:latin typeface="Cambria Math" panose="02040503050406030204" pitchFamily="18" charset="0"/>
                          </a:rPr>
                          <m:t>𝑥</m:t>
                        </m:r>
                      </m:e>
                      <m:sub>
                        <m:r>
                          <a:rPr lang="ru-RU" i="1" dirty="0" smtClean="0">
                            <a:latin typeface="Cambria Math" panose="02040503050406030204" pitchFamily="18" charset="0"/>
                          </a:rPr>
                          <m:t>1</m:t>
                        </m:r>
                      </m:sub>
                    </m:sSub>
                    <m:r>
                      <a:rPr lang="ru-RU" i="1" dirty="0" smtClean="0">
                        <a:latin typeface="Cambria Math" panose="02040503050406030204" pitchFamily="18" charset="0"/>
                      </a:rPr>
                      <m:t>, …, </m:t>
                    </m:r>
                    <m:sSub>
                      <m:sSubPr>
                        <m:ctrlPr>
                          <a:rPr lang="ru-RU" b="0" i="1" dirty="0" smtClean="0">
                            <a:latin typeface="Cambria Math" panose="02040503050406030204" pitchFamily="18" charset="0"/>
                          </a:rPr>
                        </m:ctrlPr>
                      </m:sSubPr>
                      <m:e>
                        <m:r>
                          <a:rPr lang="ru-RU" i="1" dirty="0" err="1" smtClean="0">
                            <a:latin typeface="Cambria Math" panose="02040503050406030204" pitchFamily="18" charset="0"/>
                          </a:rPr>
                          <m:t>𝑥</m:t>
                        </m:r>
                      </m:e>
                      <m:sub>
                        <m:r>
                          <a:rPr lang="ru-RU" i="1" dirty="0" err="1" smtClean="0">
                            <a:latin typeface="Cambria Math" panose="02040503050406030204" pitchFamily="18" charset="0"/>
                          </a:rPr>
                          <m:t>𝑛</m:t>
                        </m:r>
                      </m:sub>
                    </m:sSub>
                  </m:oMath>
                </a14:m>
                <a:r>
                  <a:rPr lang="ru-RU" dirty="0"/>
                  <a:t> получена из нормально распределенной популяции</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d>
                                        <m:dPr>
                                          <m:ctrlPr>
                                            <a:rPr lang="en-US" b="0" i="1" smtClean="0">
                                              <a:latin typeface="Cambria Math" panose="02040503050406030204" pitchFamily="18" charset="0"/>
                                            </a:rPr>
                                          </m:ctrlPr>
                                        </m:dPr>
                                        <m:e>
                                          <m:r>
                                            <a:rPr lang="en-US" b="0" i="1" smtClean="0">
                                              <a:latin typeface="Cambria Math" panose="02040503050406030204" pitchFamily="18" charset="0"/>
                                            </a:rPr>
                                            <m:t>𝑖</m:t>
                                          </m:r>
                                        </m:e>
                                      </m:d>
                                    </m:sub>
                                  </m:sSub>
                                </m:e>
                              </m:nary>
                              <m:r>
                                <a:rPr lang="en-US" b="0" i="1" smtClean="0">
                                  <a:latin typeface="Cambria Math" panose="02040503050406030204" pitchFamily="18" charset="0"/>
                                </a:rPr>
                                <m:t>)</m:t>
                              </m:r>
                            </m:e>
                            <m:sup>
                              <m:r>
                                <a:rPr lang="en-US" b="0" i="1" smtClean="0">
                                  <a:latin typeface="Cambria Math" panose="02040503050406030204" pitchFamily="18" charset="0"/>
                                </a:rPr>
                                <m:t>2</m:t>
                              </m:r>
                            </m:sup>
                          </m:sSup>
                        </m:num>
                        <m:den>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bar>
                                        <m:barPr>
                                          <m:pos m:val="top"/>
                                          <m:ctrlPr>
                                            <a:rPr lang="en-US" b="0" i="1" smtClean="0">
                                              <a:latin typeface="Cambria Math" panose="02040503050406030204" pitchFamily="18" charset="0"/>
                                            </a:rPr>
                                          </m:ctrlPr>
                                        </m:barPr>
                                        <m:e>
                                          <m:r>
                                            <a:rPr lang="en-US" b="0" i="1" smtClean="0">
                                              <a:latin typeface="Cambria Math" panose="02040503050406030204" pitchFamily="18" charset="0"/>
                                            </a:rPr>
                                            <m:t>𝑥</m:t>
                                          </m:r>
                                        </m:e>
                                      </m:bar>
                                    </m:e>
                                  </m:d>
                                </m:e>
                                <m:sup>
                                  <m:r>
                                    <a:rPr lang="en-US" b="0" i="1" smtClean="0">
                                      <a:latin typeface="Cambria Math" panose="02040503050406030204" pitchFamily="18" charset="0"/>
                                    </a:rPr>
                                    <m:t>2</m:t>
                                  </m:r>
                                </m:sup>
                              </m:sSup>
                            </m:e>
                          </m:nary>
                        </m:den>
                      </m:f>
                      <m:r>
                        <a:rPr lang="en-US" b="0" i="1" smtClean="0">
                          <a:latin typeface="Cambria Math" panose="02040503050406030204" pitchFamily="18" charset="0"/>
                        </a:rPr>
                        <m:t>, </m:t>
                      </m:r>
                      <m:bar>
                        <m:barPr>
                          <m:pos m:val="top"/>
                          <m:ctrlPr>
                            <a:rPr lang="en-US" b="0" i="1" smtClean="0">
                              <a:latin typeface="Cambria Math" panose="02040503050406030204" pitchFamily="18" charset="0"/>
                            </a:rPr>
                          </m:ctrlPr>
                        </m:barPr>
                        <m:e>
                          <m:r>
                            <a:rPr lang="en-US" b="0" i="1" smtClean="0">
                              <a:latin typeface="Cambria Math" panose="02040503050406030204" pitchFamily="18" charset="0"/>
                            </a:rPr>
                            <m:t>𝑥</m:t>
                          </m:r>
                        </m:e>
                      </m:ba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nary>
                    </m:oMath>
                  </m:oMathPara>
                </a14:m>
                <a:endParaRPr lang="en-US" dirty="0"/>
              </a:p>
              <a:p>
                <a:pPr marL="0" indent="0">
                  <a:buNone/>
                </a:pPr>
                <a:r>
                  <a:rPr lang="ru-RU" dirty="0"/>
                  <a:t>где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ru-RU" b="0" i="1" smtClean="0">
                            <a:latin typeface="Cambria Math" panose="02040503050406030204" pitchFamily="18" charset="0"/>
                          </a:rPr>
                          <m:t>(</m:t>
                        </m:r>
                        <m:r>
                          <a:rPr lang="en-US" b="0" i="1" smtClean="0">
                            <a:latin typeface="Cambria Math" panose="02040503050406030204" pitchFamily="18" charset="0"/>
                          </a:rPr>
                          <m:t>𝑖</m:t>
                        </m:r>
                        <m:r>
                          <a:rPr lang="ru-RU" b="0" i="1" smtClean="0">
                            <a:latin typeface="Cambria Math" panose="02040503050406030204" pitchFamily="18" charset="0"/>
                          </a:rPr>
                          <m:t>)</m:t>
                        </m:r>
                      </m:sub>
                    </m:sSub>
                  </m:oMath>
                </a14:m>
                <a:r>
                  <a:rPr lang="en-US" dirty="0"/>
                  <a:t> </a:t>
                </a:r>
                <a:r>
                  <a:rPr lang="ru-RU" dirty="0"/>
                  <a:t>–</a:t>
                </a:r>
                <a:r>
                  <a:rPr lang="en-US" dirty="0"/>
                  <a:t> </a:t>
                </a:r>
                <a:r>
                  <a:rPr lang="en-US" dirty="0" err="1"/>
                  <a:t>i</a:t>
                </a:r>
                <a:r>
                  <a:rPr lang="en-US" dirty="0"/>
                  <a:t>-</a:t>
                </a:r>
                <a:r>
                  <a:rPr lang="ru-RU" dirty="0" err="1"/>
                  <a:t>ая</a:t>
                </a:r>
                <a:r>
                  <a:rPr lang="ru-RU" dirty="0"/>
                  <a:t> порядковая статистика выборки </a:t>
                </a:r>
                <a14:m>
                  <m:oMath xmlns:m="http://schemas.openxmlformats.org/officeDocument/2006/math">
                    <m:sSub>
                      <m:sSubPr>
                        <m:ctrlPr>
                          <a:rPr lang="ru-RU" i="1" dirty="0">
                            <a:latin typeface="Cambria Math" panose="02040503050406030204" pitchFamily="18" charset="0"/>
                          </a:rPr>
                        </m:ctrlPr>
                      </m:sSubPr>
                      <m:e>
                        <m:r>
                          <a:rPr lang="ru-RU" i="1" dirty="0">
                            <a:latin typeface="Cambria Math" panose="02040503050406030204" pitchFamily="18" charset="0"/>
                          </a:rPr>
                          <m:t>𝑥</m:t>
                        </m:r>
                      </m:e>
                      <m:sub>
                        <m:r>
                          <a:rPr lang="ru-RU" i="1" dirty="0">
                            <a:latin typeface="Cambria Math" panose="02040503050406030204" pitchFamily="18" charset="0"/>
                          </a:rPr>
                          <m:t>1</m:t>
                        </m:r>
                      </m:sub>
                    </m:sSub>
                    <m:r>
                      <a:rPr lang="ru-RU" i="1" dirty="0">
                        <a:latin typeface="Cambria Math" panose="02040503050406030204" pitchFamily="18" charset="0"/>
                      </a:rPr>
                      <m:t>, …, </m:t>
                    </m:r>
                    <m:sSub>
                      <m:sSubPr>
                        <m:ctrlPr>
                          <a:rPr lang="ru-RU" i="1" dirty="0">
                            <a:latin typeface="Cambria Math" panose="02040503050406030204" pitchFamily="18" charset="0"/>
                          </a:rPr>
                        </m:ctrlPr>
                      </m:sSubPr>
                      <m:e>
                        <m:r>
                          <a:rPr lang="ru-RU" i="1" dirty="0" err="1">
                            <a:latin typeface="Cambria Math" panose="02040503050406030204" pitchFamily="18" charset="0"/>
                          </a:rPr>
                          <m:t>𝑥</m:t>
                        </m:r>
                      </m:e>
                      <m:sub>
                        <m:r>
                          <a:rPr lang="ru-RU" i="1" dirty="0" err="1">
                            <a:latin typeface="Cambria Math" panose="02040503050406030204" pitchFamily="18" charset="0"/>
                          </a:rPr>
                          <m:t>𝑛</m:t>
                        </m:r>
                      </m:sub>
                    </m:sSub>
                  </m:oMath>
                </a14:m>
                <a:r>
                  <a:rPr lang="ru-RU" dirty="0"/>
                  <a:t>,</a:t>
                </a: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min</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e>
                      </m:fun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d>
                            <m:dPr>
                              <m:ctrlPr>
                                <a:rPr lang="en-US" i="1">
                                  <a:latin typeface="Cambria Math" panose="02040503050406030204" pitchFamily="18" charset="0"/>
                                </a:rPr>
                              </m:ctrlPr>
                            </m:dPr>
                            <m:e>
                              <m:r>
                                <a:rPr lang="en-US" b="0" i="1" smtClean="0">
                                  <a:latin typeface="Cambria Math" panose="02040503050406030204" pitchFamily="18" charset="0"/>
                                </a:rPr>
                                <m:t>𝑛</m:t>
                              </m:r>
                            </m:e>
                          </m:d>
                        </m:sub>
                      </m:sSub>
                      <m:r>
                        <a:rPr lang="en-US" i="1">
                          <a:latin typeface="Cambria Math" panose="02040503050406030204" pitchFamily="18" charset="0"/>
                        </a:rPr>
                        <m:t>=</m:t>
                      </m:r>
                      <m:r>
                        <m:rPr>
                          <m:sty m:val="p"/>
                        </m:rPr>
                        <a:rPr lang="en-US">
                          <a:latin typeface="Cambria Math" panose="02040503050406030204" pitchFamily="18" charset="0"/>
                        </a:rPr>
                        <m:t>m</m:t>
                      </m:r>
                      <m:r>
                        <a:rPr lang="en-US" b="0" i="1" smtClean="0">
                          <a:latin typeface="Cambria Math" panose="02040503050406030204" pitchFamily="18" charset="0"/>
                        </a:rPr>
                        <m:t>𝑎</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𝑥</m:t>
                          </m:r>
                        </m:fName>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e>
                      </m:func>
                      <m:r>
                        <a:rPr lang="en-US" b="0" i="1" smtClean="0">
                          <a:latin typeface="Cambria Math" panose="02040503050406030204" pitchFamily="18" charset="0"/>
                        </a:rPr>
                        <m:t>,</m:t>
                      </m:r>
                    </m:oMath>
                  </m:oMathPara>
                </a14:m>
                <a:endParaRPr lang="ru-RU" dirty="0"/>
              </a:p>
              <a:p>
                <a:pPr marL="0" indent="0">
                  <a:buNone/>
                </a:pPr>
                <a:r>
                  <a:rPr lang="ru-RU" dirty="0"/>
                  <a:t>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𝑇</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−1</m:t>
                            </m:r>
                          </m:sup>
                        </m:sSup>
                      </m:num>
                      <m:den>
                        <m:r>
                          <a:rPr lang="en-US" b="0" i="1" smtClean="0">
                            <a:latin typeface="Cambria Math" panose="02040503050406030204" pitchFamily="18" charset="0"/>
                          </a:rPr>
                          <m:t>𝐶</m:t>
                        </m:r>
                      </m:den>
                    </m:f>
                    <m:r>
                      <a:rPr lang="en-US" b="0" i="1" smtClean="0">
                        <a:latin typeface="Cambria Math" panose="02040503050406030204" pitchFamily="18" charset="0"/>
                      </a:rPr>
                      <m:t>, </m:t>
                    </m:r>
                    <m:r>
                      <a:rPr lang="ru-RU" b="0" i="1" smtClean="0">
                        <a:latin typeface="Cambria Math" panose="02040503050406030204" pitchFamily="18" charset="0"/>
                      </a:rPr>
                      <m:t>где  </m:t>
                    </m:r>
                    <m:r>
                      <a:rPr lang="en-US" b="0" i="1" smtClean="0">
                        <a:latin typeface="Cambria Math" panose="02040503050406030204" pitchFamily="18" charset="0"/>
                      </a:rPr>
                      <m:t>𝐶</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−1</m:t>
                            </m:r>
                          </m:sup>
                        </m:sSup>
                        <m:r>
                          <a:rPr lang="en-US" b="0" i="1" smtClean="0">
                            <a:latin typeface="Cambria Math" panose="02040503050406030204" pitchFamily="18" charset="0"/>
                          </a:rPr>
                          <m:t>𝑚</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𝑇</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−1</m:t>
                                </m:r>
                              </m:sup>
                            </m:sSup>
                            <m:r>
                              <a:rPr lang="en-US" b="0" i="1" smtClean="0">
                                <a:latin typeface="Cambria Math" panose="02040503050406030204" pitchFamily="18" charset="0"/>
                              </a:rPr>
                              <m:t>𝑚</m:t>
                            </m:r>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up>
                    </m:sSup>
                    <m:r>
                      <a:rPr lang="en-US" b="0" i="0" smtClean="0">
                        <a:latin typeface="Cambria Math" panose="02040503050406030204" pitchFamily="18" charset="0"/>
                      </a:rPr>
                      <m:t>,</m:t>
                    </m:r>
                  </m:oMath>
                </a14:m>
                <a:endParaRPr lang="en-US" b="0" dirty="0"/>
              </a:p>
              <a:p>
                <a:pPr marL="0" indent="0">
                  <a:buNone/>
                </a:pPr>
                <a:r>
                  <a:rPr lang="en-US" dirty="0"/>
                  <a:t>	</a:t>
                </a:r>
                <a14:m>
                  <m:oMath xmlns:m="http://schemas.openxmlformats.org/officeDocument/2006/math">
                    <m:r>
                      <a:rPr lang="en-US" b="0" i="1" smtClean="0">
                        <a:latin typeface="Cambria Math" panose="02040503050406030204" pitchFamily="18" charset="0"/>
                      </a:rPr>
                      <m:t>𝑚</m:t>
                    </m:r>
                    <m:r>
                      <a:rPr lang="ru-RU" b="0" i="1" smtClean="0">
                        <a:latin typeface="Cambria Math" panose="02040503050406030204" pitchFamily="18" charset="0"/>
                      </a:rPr>
                      <m:t>=</m:t>
                    </m:r>
                    <m:d>
                      <m:dPr>
                        <m:ctrlPr>
                          <a:rPr lang="ru-RU" b="0" i="1" smtClean="0">
                            <a:latin typeface="Cambria Math" panose="02040503050406030204" pitchFamily="18" charset="0"/>
                          </a:rPr>
                        </m:ctrlPr>
                      </m:dPr>
                      <m:e>
                        <m:r>
                          <a:rPr lang="en-US" b="0" i="1" smtClean="0">
                            <a:latin typeface="Cambria Math" panose="02040503050406030204" pitchFamily="18" charset="0"/>
                          </a:rPr>
                          <m:t>𝑀</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1</m:t>
                                    </m:r>
                                  </m:sub>
                                </m:sSub>
                              </m:e>
                            </m:d>
                          </m:e>
                        </m:d>
                        <m:r>
                          <a:rPr lang="en-US" b="0" i="1" smtClean="0">
                            <a:latin typeface="Cambria Math" panose="02040503050406030204" pitchFamily="18" charset="0"/>
                          </a:rPr>
                          <m:t>,</m:t>
                        </m:r>
                        <m:r>
                          <a:rPr lang="en-US" i="1">
                            <a:latin typeface="Cambria Math" panose="02040503050406030204" pitchFamily="18" charset="0"/>
                          </a:rPr>
                          <m:t>𝑀</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d>
                                  <m:dPr>
                                    <m:ctrlPr>
                                      <a:rPr lang="en-US" i="1">
                                        <a:latin typeface="Cambria Math" panose="02040503050406030204" pitchFamily="18" charset="0"/>
                                      </a:rPr>
                                    </m:ctrlPr>
                                  </m:dPr>
                                  <m:e>
                                    <m:r>
                                      <a:rPr lang="en-US" b="0" i="1" smtClean="0">
                                        <a:latin typeface="Cambria Math" panose="02040503050406030204" pitchFamily="18" charset="0"/>
                                      </a:rPr>
                                      <m:t>2</m:t>
                                    </m:r>
                                  </m:e>
                                </m:d>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2</m:t>
                                    </m:r>
                                  </m:sub>
                                </m:sSub>
                              </m:e>
                            </m:d>
                          </m:e>
                        </m:d>
                        <m:r>
                          <a:rPr lang="en-US" b="0" i="1" smtClean="0">
                            <a:latin typeface="Cambria Math" panose="02040503050406030204" pitchFamily="18" charset="0"/>
                          </a:rPr>
                          <m:t>, …</m:t>
                        </m:r>
                      </m:e>
                    </m:d>
                    <m:r>
                      <a:rPr lang="en-US" b="0" i="1" smtClean="0">
                        <a:latin typeface="Cambria Math" panose="02040503050406030204" pitchFamily="18" charset="0"/>
                      </a:rPr>
                      <m:t>,</m:t>
                    </m:r>
                    <m:r>
                      <a:rPr lang="ru-RU" b="0" i="1" smtClean="0">
                        <a:latin typeface="Cambria Math" panose="02040503050406030204" pitchFamily="18" charset="0"/>
                      </a:rPr>
                      <m:t> </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(0,1)</m:t>
                    </m:r>
                  </m:oMath>
                </a14:m>
                <a:r>
                  <a:rPr lang="ru-RU" b="0" dirty="0"/>
                  <a:t> </a:t>
                </a:r>
                <a:endParaRPr lang="en-US" b="0" dirty="0"/>
              </a:p>
              <a:p>
                <a:pPr marL="0" indent="0">
                  <a:buNone/>
                </a:pPr>
                <a:r>
                  <a:rPr lang="en-US" dirty="0"/>
                  <a:t>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𝑐𝑜𝑣</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b>
                    </m:sSub>
                    <m:r>
                      <a:rPr lang="en-US" b="0" i="1" smtClean="0">
                        <a:latin typeface="Cambria Math" panose="02040503050406030204" pitchFamily="18" charset="0"/>
                      </a:rPr>
                      <m:t>)</m:t>
                    </m:r>
                  </m:oMath>
                </a14:m>
                <a:r>
                  <a:rPr lang="en-US" dirty="0"/>
                  <a:t> – </a:t>
                </a:r>
                <a:r>
                  <a:rPr lang="ru-RU" dirty="0"/>
                  <a:t>ковариационная матрица пор. статистик</a:t>
                </a:r>
              </a:p>
            </p:txBody>
          </p:sp>
        </mc:Choice>
        <mc:Fallback>
          <p:sp>
            <p:nvSpPr>
              <p:cNvPr id="3" name="Объект 2">
                <a:extLst>
                  <a:ext uri="{FF2B5EF4-FFF2-40B4-BE49-F238E27FC236}">
                    <a16:creationId xmlns:a16="http://schemas.microsoft.com/office/drawing/2014/main" id="{4F69FBB4-AF2F-A45D-70E7-89CEE2C2EF54}"/>
                  </a:ext>
                </a:extLst>
              </p:cNvPr>
              <p:cNvSpPr>
                <a:spLocks noGrp="1" noRot="1" noChangeAspect="1" noMove="1" noResize="1" noEditPoints="1" noAdjustHandles="1" noChangeArrowheads="1" noChangeShapeType="1" noTextEdit="1"/>
              </p:cNvSpPr>
              <p:nvPr>
                <p:ph idx="1"/>
              </p:nvPr>
            </p:nvSpPr>
            <p:spPr>
              <a:blipFill>
                <a:blip r:embed="rId3"/>
                <a:stretch>
                  <a:fillRect l="-1217" t="-2152" r="-1855" b="-1266"/>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878A988C-1690-A4AD-F5C2-70CA3199835C}"/>
              </a:ext>
            </a:extLst>
          </p:cNvPr>
          <p:cNvSpPr>
            <a:spLocks noGrp="1"/>
          </p:cNvSpPr>
          <p:nvPr>
            <p:ph type="sldNum" sz="quarter" idx="12"/>
          </p:nvPr>
        </p:nvSpPr>
        <p:spPr/>
        <p:txBody>
          <a:bodyPr/>
          <a:lstStyle/>
          <a:p>
            <a:fld id="{81C5FB71-5E9C-41B5-9BB8-3F1EBEAEB16A}" type="slidenum">
              <a:rPr lang="ru-RU" smtClean="0"/>
              <a:t>32</a:t>
            </a:fld>
            <a:endParaRPr lang="ru-RU"/>
          </a:p>
        </p:txBody>
      </p:sp>
    </p:spTree>
    <p:extLst>
      <p:ext uri="{BB962C8B-B14F-4D97-AF65-F5344CB8AC3E}">
        <p14:creationId xmlns:p14="http://schemas.microsoft.com/office/powerpoint/2010/main" val="1716131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A17878-E196-DC05-3C5C-A03521C9661F}"/>
              </a:ext>
            </a:extLst>
          </p:cNvPr>
          <p:cNvSpPr>
            <a:spLocks noGrp="1"/>
          </p:cNvSpPr>
          <p:nvPr>
            <p:ph type="title"/>
          </p:nvPr>
        </p:nvSpPr>
        <p:spPr/>
        <p:txBody>
          <a:bodyPr/>
          <a:lstStyle/>
          <a:p>
            <a:r>
              <a:rPr lang="ru-RU" dirty="0"/>
              <a:t>Тест Шапиро-</a:t>
            </a:r>
            <a:r>
              <a:rPr lang="ru-RU" dirty="0" err="1"/>
              <a:t>Уилка</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9D241360-A89B-268C-DBA8-091CB309DC99}"/>
                  </a:ext>
                </a:extLst>
              </p:cNvPr>
              <p:cNvSpPr>
                <a:spLocks noGrp="1"/>
              </p:cNvSpPr>
              <p:nvPr>
                <p:ph idx="1"/>
              </p:nvPr>
            </p:nvSpPr>
            <p:spPr/>
            <p:txBody>
              <a:bodyPr>
                <a:normAutofit lnSpcReduction="10000"/>
              </a:bodyPr>
              <a:lstStyle/>
              <a:p>
                <a:pPr marL="0" indent="0">
                  <a:buNone/>
                </a:pPr>
                <a:r>
                  <a:rPr lang="ru-RU" dirty="0"/>
                  <a:t>Значимость статистики: статистика </a:t>
                </a:r>
                <a14:m>
                  <m:oMath xmlns:m="http://schemas.openxmlformats.org/officeDocument/2006/math">
                    <m:r>
                      <a:rPr lang="en-US" b="0" i="1" smtClean="0">
                        <a:latin typeface="Cambria Math" panose="02040503050406030204" pitchFamily="18" charset="0"/>
                      </a:rPr>
                      <m:t>𝑊</m:t>
                    </m:r>
                  </m:oMath>
                </a14:m>
                <a:r>
                  <a:rPr lang="ru-RU" dirty="0"/>
                  <a:t> никак не распределена, а</a:t>
                </a:r>
                <a:r>
                  <a:rPr lang="en-US" dirty="0"/>
                  <a:t> </a:t>
                </a:r>
                <a:r>
                  <a:rPr lang="en-US" i="1" dirty="0"/>
                  <a:t>p-</a:t>
                </a:r>
                <a:r>
                  <a:rPr lang="ru-RU" i="1" dirty="0"/>
                  <a:t>значение</a:t>
                </a:r>
                <a:r>
                  <a:rPr lang="ru-RU" dirty="0"/>
                  <a:t> рассчитывается с помощью метода Монте-Карло или </a:t>
                </a:r>
                <a:r>
                  <a:rPr lang="ru-RU" b="1" i="1" dirty="0" err="1"/>
                  <a:t>бутстрепом</a:t>
                </a:r>
                <a:endParaRPr lang="ru-RU" b="1" i="1" dirty="0"/>
              </a:p>
              <a:p>
                <a:pPr marL="0" indent="0">
                  <a:buNone/>
                </a:pPr>
                <a:r>
                  <a:rPr lang="ru-RU" dirty="0"/>
                  <a:t>Существуют аппроксимации как для вычисления</a:t>
                </a:r>
                <a:r>
                  <a:rPr lang="en-US" dirty="0"/>
                  <a:t> </a:t>
                </a:r>
                <a:r>
                  <a:rPr lang="ru-RU" dirty="0"/>
                  <a:t>вектора </a:t>
                </a:r>
                <a14:m>
                  <m:oMath xmlns:m="http://schemas.openxmlformats.org/officeDocument/2006/math">
                    <m:r>
                      <a:rPr lang="en-US" i="1" dirty="0" smtClean="0">
                        <a:latin typeface="Cambria Math" panose="02040503050406030204" pitchFamily="18" charset="0"/>
                      </a:rPr>
                      <m:t>𝑎</m:t>
                    </m:r>
                  </m:oMath>
                </a14:m>
                <a:r>
                  <a:rPr lang="en-US" dirty="0"/>
                  <a:t>, </a:t>
                </a:r>
                <a:r>
                  <a:rPr lang="ru-RU" dirty="0"/>
                  <a:t>так и для критических значений </a:t>
                </a:r>
                <a14:m>
                  <m:oMath xmlns:m="http://schemas.openxmlformats.org/officeDocument/2006/math">
                    <m:sSub>
                      <m:sSubPr>
                        <m:ctrlPr>
                          <a:rPr lang="en-US" i="1" smtClean="0">
                            <a:latin typeface="Cambria Math" panose="02040503050406030204" pitchFamily="18" charset="0"/>
                          </a:rPr>
                        </m:ctrlPr>
                      </m:sSubPr>
                      <m:e>
                        <m:r>
                          <m:rPr>
                            <m:sty m:val="p"/>
                          </m:rPr>
                          <a:rPr lang="en-US" b="0" i="0" smtClean="0">
                            <a:latin typeface="Cambria Math" panose="02040503050406030204" pitchFamily="18" charset="0"/>
                          </a:rPr>
                          <m:t>W</m:t>
                        </m:r>
                      </m:e>
                      <m:sub>
                        <m:r>
                          <m:rPr>
                            <m:sty m:val="p"/>
                          </m:rPr>
                          <a:rPr lang="en-US" b="0" i="0" smtClean="0">
                            <a:latin typeface="Cambria Math" panose="02040503050406030204" pitchFamily="18" charset="0"/>
                          </a:rPr>
                          <m:t>α</m:t>
                        </m:r>
                      </m:sub>
                    </m:sSub>
                  </m:oMath>
                </a14:m>
                <a:endParaRPr lang="ru-RU" dirty="0"/>
              </a:p>
              <a:p>
                <a:pPr marL="0" indent="0">
                  <a:buNone/>
                </a:pPr>
                <a:r>
                  <a:rPr lang="ru-RU" b="1" i="1" dirty="0"/>
                  <a:t>Нулевая гипотеза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𝑯</m:t>
                        </m:r>
                      </m:e>
                      <m:sub>
                        <m:r>
                          <a:rPr lang="en-US" b="1" i="1" dirty="0">
                            <a:latin typeface="Cambria Math" panose="02040503050406030204" pitchFamily="18" charset="0"/>
                          </a:rPr>
                          <m:t>𝟎</m:t>
                        </m:r>
                      </m:sub>
                    </m:sSub>
                  </m:oMath>
                </a14:m>
                <a:r>
                  <a:rPr lang="en-US" i="1" dirty="0"/>
                  <a:t>: </a:t>
                </a:r>
                <a:r>
                  <a:rPr lang="ru-RU" dirty="0"/>
                  <a:t>исследуемая выборка распределена нормально</a:t>
                </a:r>
              </a:p>
              <a:p>
                <a:pPr marL="0" indent="0">
                  <a:buNone/>
                </a:pPr>
                <a:r>
                  <a:rPr lang="ru-RU" b="1" i="1" dirty="0"/>
                  <a:t>Альтернативная гипотеза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𝑯</m:t>
                        </m:r>
                      </m:e>
                      <m:sub>
                        <m:r>
                          <a:rPr lang="ru-RU" b="1" i="1" dirty="0" smtClean="0">
                            <a:latin typeface="Cambria Math" panose="02040503050406030204" pitchFamily="18" charset="0"/>
                          </a:rPr>
                          <m:t>𝟏</m:t>
                        </m:r>
                      </m:sub>
                    </m:sSub>
                  </m:oMath>
                </a14:m>
                <a:r>
                  <a:rPr lang="en-US" i="1" dirty="0"/>
                  <a:t>: </a:t>
                </a:r>
                <a:r>
                  <a:rPr lang="ru-RU" dirty="0"/>
                  <a:t>исследуемая выборка не распределена нормально</a:t>
                </a:r>
              </a:p>
              <a:p>
                <a:pPr marL="0" indent="0">
                  <a:buNone/>
                </a:pPr>
                <a:r>
                  <a:rPr lang="ru-RU" dirty="0"/>
                  <a:t>Если значение рассчитанной статистики </a:t>
                </a: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𝛼</m:t>
                        </m:r>
                      </m:sub>
                    </m:sSub>
                  </m:oMath>
                </a14:m>
                <a:r>
                  <a:rPr lang="en-US" dirty="0"/>
                  <a:t> </a:t>
                </a:r>
                <a:r>
                  <a:rPr lang="ru-RU" dirty="0"/>
                  <a:t>меньше критического значения, нулевая гипотеза отвергается.</a:t>
                </a:r>
              </a:p>
            </p:txBody>
          </p:sp>
        </mc:Choice>
        <mc:Fallback xmlns="">
          <p:sp>
            <p:nvSpPr>
              <p:cNvPr id="3" name="Объект 2">
                <a:extLst>
                  <a:ext uri="{FF2B5EF4-FFF2-40B4-BE49-F238E27FC236}">
                    <a16:creationId xmlns:a16="http://schemas.microsoft.com/office/drawing/2014/main" id="{9D241360-A89B-268C-DBA8-091CB309DC99}"/>
                  </a:ext>
                </a:extLst>
              </p:cNvPr>
              <p:cNvSpPr>
                <a:spLocks noGrp="1" noRot="1" noChangeAspect="1" noMove="1" noResize="1" noEditPoints="1" noAdjustHandles="1" noChangeArrowheads="1" noChangeShapeType="1" noTextEdit="1"/>
              </p:cNvSpPr>
              <p:nvPr>
                <p:ph idx="1"/>
              </p:nvPr>
            </p:nvSpPr>
            <p:spPr>
              <a:blipFill>
                <a:blip r:embed="rId2"/>
                <a:stretch>
                  <a:fillRect l="-1217" t="-291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757CB75A-A7D7-D3B0-5493-B6F589E8FBCE}"/>
              </a:ext>
            </a:extLst>
          </p:cNvPr>
          <p:cNvSpPr>
            <a:spLocks noGrp="1"/>
          </p:cNvSpPr>
          <p:nvPr>
            <p:ph type="sldNum" sz="quarter" idx="12"/>
          </p:nvPr>
        </p:nvSpPr>
        <p:spPr/>
        <p:txBody>
          <a:bodyPr/>
          <a:lstStyle/>
          <a:p>
            <a:fld id="{81C5FB71-5E9C-41B5-9BB8-3F1EBEAEB16A}" type="slidenum">
              <a:rPr lang="ru-RU" smtClean="0"/>
              <a:t>33</a:t>
            </a:fld>
            <a:endParaRPr lang="ru-RU"/>
          </a:p>
        </p:txBody>
      </p:sp>
    </p:spTree>
    <p:extLst>
      <p:ext uri="{BB962C8B-B14F-4D97-AF65-F5344CB8AC3E}">
        <p14:creationId xmlns:p14="http://schemas.microsoft.com/office/powerpoint/2010/main" val="2422391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74B96662-2ADD-529F-CE91-F7B3186BA41B}"/>
                  </a:ext>
                </a:extLst>
              </p:cNvPr>
              <p:cNvSpPr>
                <a:spLocks noGrp="1"/>
              </p:cNvSpPr>
              <p:nvPr>
                <p:ph type="title"/>
              </p:nvPr>
            </p:nvSpPr>
            <p:spPr/>
            <p:txBody>
              <a:bodyPr/>
              <a:lstStyle/>
              <a:p>
                <a:r>
                  <a:rPr lang="ru-RU" dirty="0"/>
                  <a:t>Критерий </a:t>
                </a:r>
                <a14:m>
                  <m:oMath xmlns:m="http://schemas.openxmlformats.org/officeDocument/2006/math">
                    <m:sSup>
                      <m:sSupPr>
                        <m:ctrlPr>
                          <a:rPr lang="en-US" b="1" i="1" smtClean="0">
                            <a:latin typeface="Cambria Math" panose="02040503050406030204" pitchFamily="18" charset="0"/>
                          </a:rPr>
                        </m:ctrlPr>
                      </m:sSupPr>
                      <m:e>
                        <m:r>
                          <a:rPr lang="ru-RU" b="1" i="1" smtClean="0">
                            <a:latin typeface="Cambria Math" panose="02040503050406030204" pitchFamily="18" charset="0"/>
                          </a:rPr>
                          <m:t>𝝌</m:t>
                        </m:r>
                      </m:e>
                      <m:sup>
                        <m:r>
                          <a:rPr lang="en-US" b="1" i="1" smtClean="0">
                            <a:latin typeface="Cambria Math" panose="02040503050406030204" pitchFamily="18" charset="0"/>
                          </a:rPr>
                          <m:t>𝟐</m:t>
                        </m:r>
                      </m:sup>
                    </m:sSup>
                    <m:r>
                      <a:rPr lang="en-US" b="1" i="1" smtClean="0">
                        <a:latin typeface="Cambria Math" panose="02040503050406030204" pitchFamily="18" charset="0"/>
                      </a:rPr>
                      <m:t> </m:t>
                    </m:r>
                  </m:oMath>
                </a14:m>
                <a:r>
                  <a:rPr lang="ru-RU" dirty="0"/>
                  <a:t>Пирсона</a:t>
                </a:r>
              </a:p>
            </p:txBody>
          </p:sp>
        </mc:Choice>
        <mc:Fallback xmlns="">
          <p:sp>
            <p:nvSpPr>
              <p:cNvPr id="2" name="Заголовок 1">
                <a:extLst>
                  <a:ext uri="{FF2B5EF4-FFF2-40B4-BE49-F238E27FC236}">
                    <a16:creationId xmlns:a16="http://schemas.microsoft.com/office/drawing/2014/main" id="{74B96662-2ADD-529F-CE91-F7B3186BA41B}"/>
                  </a:ext>
                </a:extLst>
              </p:cNvPr>
              <p:cNvSpPr>
                <a:spLocks noGrp="1" noRot="1" noChangeAspect="1" noMove="1" noResize="1" noEditPoints="1" noAdjustHandles="1" noChangeArrowheads="1" noChangeShapeType="1" noTextEdit="1"/>
              </p:cNvSpPr>
              <p:nvPr>
                <p:ph type="title"/>
              </p:nvPr>
            </p:nvSpPr>
            <p:spPr>
              <a:blipFill>
                <a:blip r:embed="rId2"/>
                <a:stretch>
                  <a:fillRect l="-179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F7A4AE64-2BB0-3A86-2A0D-D47571339455}"/>
                  </a:ext>
                </a:extLst>
              </p:cNvPr>
              <p:cNvSpPr>
                <a:spLocks noGrp="1"/>
              </p:cNvSpPr>
              <p:nvPr>
                <p:ph idx="1"/>
              </p:nvPr>
            </p:nvSpPr>
            <p:spPr/>
            <p:txBody>
              <a:bodyPr>
                <a:normAutofit fontScale="92500" lnSpcReduction="10000"/>
              </a:bodyPr>
              <a:lstStyle/>
              <a:p>
                <a:pPr marL="0" indent="0" algn="r">
                  <a:buNone/>
                </a:pPr>
                <a14:m>
                  <m:oMathPara xmlns:m="http://schemas.openxmlformats.org/officeDocument/2006/math">
                    <m:oMathParaPr>
                      <m:jc m:val="left"/>
                    </m:oMathParaPr>
                    <m:oMath xmlns:m="http://schemas.openxmlformats.org/officeDocument/2006/math">
                      <m:sSubSup>
                        <m:sSubSupPr>
                          <m:ctrlPr>
                            <a:rPr lang="en-US" b="0" i="1" smtClean="0">
                              <a:latin typeface="Cambria Math" panose="02040503050406030204" pitchFamily="18" charset="0"/>
                            </a:rPr>
                          </m:ctrlPr>
                        </m:sSubSupPr>
                        <m:e>
                          <m:r>
                            <a:rPr lang="ru-RU" b="0" i="1" smtClean="0">
                              <a:latin typeface="Cambria Math" panose="02040503050406030204" pitchFamily="18" charset="0"/>
                            </a:rPr>
                            <m:t>𝜒</m:t>
                          </m:r>
                        </m:e>
                        <m:sub>
                          <m:r>
                            <a:rPr lang="en-US" b="0" i="1" smtClean="0">
                              <a:latin typeface="Cambria Math" panose="02040503050406030204" pitchFamily="18" charset="0"/>
                            </a:rPr>
                            <m:t>𝑛</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𝑘</m:t>
                          </m:r>
                        </m:sup>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𝑖</m:t>
                                              </m:r>
                                            </m:sub>
                                          </m:sSub>
                                        </m:num>
                                        <m:den>
                                          <m:r>
                                            <a:rPr lang="en-US" i="1">
                                              <a:latin typeface="Cambria Math" panose="02040503050406030204" pitchFamily="18" charset="0"/>
                                            </a:rPr>
                                            <m:t>𝑛</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e>
                                  </m:d>
                                </m:e>
                                <m:sup>
                                  <m:r>
                                    <a:rPr lang="en-US" b="0" i="1" smtClean="0">
                                      <a:latin typeface="Cambria Math" panose="02040503050406030204" pitchFamily="18" charset="0"/>
                                    </a:rPr>
                                    <m:t>2</m:t>
                                  </m:r>
                                </m:sup>
                              </m:sSup>
                            </m:num>
                            <m:den>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𝜃</m:t>
                                  </m:r>
                                </m:e>
                              </m:d>
                            </m:den>
                          </m:f>
                        </m:e>
                      </m:nary>
                      <m:r>
                        <a:rPr lang="en-US" b="0" i="1" smtClean="0">
                          <a:latin typeface="Cambria Math" panose="02040503050406030204" pitchFamily="18" charset="0"/>
                        </a:rPr>
                        <m:t>,</m:t>
                      </m:r>
                    </m:oMath>
                  </m:oMathPara>
                </a14:m>
                <a:endParaRPr lang="en-US" dirty="0"/>
              </a:p>
              <a:p>
                <a:pPr marL="0" indent="0">
                  <a:buNone/>
                </a:pPr>
                <a:endParaRPr lang="ru-RU" dirty="0"/>
              </a:p>
              <a:p>
                <a:pPr marL="0" indent="0">
                  <a:buNone/>
                </a:pPr>
                <a:r>
                  <a:rPr lang="ru-RU" dirty="0"/>
                  <a:t>где 	</a:t>
                </a:r>
                <a14:m>
                  <m:oMath xmlns:m="http://schemas.openxmlformats.org/officeDocument/2006/math">
                    <m:r>
                      <a:rPr lang="en-US" i="1" dirty="0" smtClean="0">
                        <a:latin typeface="Cambria Math" panose="02040503050406030204" pitchFamily="18" charset="0"/>
                      </a:rPr>
                      <m:t>𝑛</m:t>
                    </m:r>
                  </m:oMath>
                </a14:m>
                <a:r>
                  <a:rPr lang="en-US" dirty="0"/>
                  <a:t> – </a:t>
                </a:r>
                <a:r>
                  <a:rPr lang="ru-RU" dirty="0"/>
                  <a:t>общее число наблюдений в выборке,</a:t>
                </a:r>
              </a:p>
              <a:p>
                <a:pPr marL="0" indent="0">
                  <a:buNone/>
                </a:pPr>
                <a:r>
                  <a:rPr lang="ru-RU"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 </a:t>
                </a:r>
                <a:r>
                  <a:rPr lang="ru-RU" dirty="0"/>
                  <a:t>число наблюдений, попавших в столбец гистограммы,</a:t>
                </a:r>
              </a:p>
              <a:p>
                <a:pPr marL="0" indent="0">
                  <a:buNone/>
                </a:pPr>
                <a:r>
                  <a:rPr lang="ru-RU"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i="1" dirty="0" smtClean="0">
                            <a:latin typeface="Cambria Math" panose="02040503050406030204" pitchFamily="18" charset="0"/>
                          </a:rPr>
                          <m:t>𝑖</m:t>
                        </m:r>
                      </m:sub>
                    </m:sSub>
                    <m:d>
                      <m:dPr>
                        <m:ctrlPr>
                          <a:rPr lang="en-US" i="1" dirty="0" smtClean="0">
                            <a:latin typeface="Cambria Math" panose="02040503050406030204" pitchFamily="18" charset="0"/>
                          </a:rPr>
                        </m:ctrlPr>
                      </m:dPr>
                      <m:e>
                        <m:r>
                          <a:rPr lang="en-US" b="0" i="1" dirty="0" smtClean="0">
                            <a:latin typeface="Cambria Math" panose="02040503050406030204" pitchFamily="18" charset="0"/>
                          </a:rPr>
                          <m:t>𝜃</m:t>
                        </m:r>
                      </m:e>
                    </m:d>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𝐹</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1</m:t>
                                    </m:r>
                                  </m:e>
                                </m:d>
                              </m:sub>
                            </m:sSub>
                            <m:r>
                              <a:rPr lang="en-US" b="0" i="1" dirty="0" smtClean="0">
                                <a:latin typeface="Cambria Math" panose="02040503050406030204" pitchFamily="18" charset="0"/>
                              </a:rPr>
                              <m:t>,</m:t>
                            </m:r>
                            <m:r>
                              <a:rPr lang="en-US" b="0" i="1" dirty="0" smtClean="0">
                                <a:latin typeface="Cambria Math" panose="02040503050406030204" pitchFamily="18" charset="0"/>
                              </a:rPr>
                              <m:t>𝜃</m:t>
                            </m:r>
                          </m:e>
                        </m:d>
                        <m:r>
                          <a:rPr lang="en-US" b="0" i="1" dirty="0" smtClean="0">
                            <a:latin typeface="Cambria Math" panose="02040503050406030204" pitchFamily="18" charset="0"/>
                          </a:rPr>
                          <m:t>,</m:t>
                        </m:r>
                        <m:r>
                          <a:rPr lang="en-US" i="1" dirty="0">
                            <a:latin typeface="Cambria Math" panose="02040503050406030204" pitchFamily="18" charset="0"/>
                          </a:rPr>
                          <m:t>𝐹</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d>
                                  <m:dPr>
                                    <m:begChr m:val="["/>
                                    <m:endChr m:val="]"/>
                                    <m:ctrlPr>
                                      <a:rPr lang="en-US" i="1" dirty="0">
                                        <a:latin typeface="Cambria Math" panose="02040503050406030204" pitchFamily="18" charset="0"/>
                                      </a:rPr>
                                    </m:ctrlPr>
                                  </m:dPr>
                                  <m:e>
                                    <m:r>
                                      <a:rPr lang="en-US" b="0" i="1" dirty="0" smtClean="0">
                                        <a:latin typeface="Cambria Math" panose="02040503050406030204" pitchFamily="18" charset="0"/>
                                      </a:rPr>
                                      <m:t>2</m:t>
                                    </m:r>
                                  </m:e>
                                </m:d>
                              </m:sub>
                            </m:sSub>
                            <m:r>
                              <a:rPr lang="en-US" i="1" dirty="0">
                                <a:latin typeface="Cambria Math" panose="02040503050406030204" pitchFamily="18" charset="0"/>
                              </a:rPr>
                              <m:t>,</m:t>
                            </m:r>
                            <m:r>
                              <a:rPr lang="en-US" i="1" dirty="0">
                                <a:latin typeface="Cambria Math" panose="02040503050406030204" pitchFamily="18" charset="0"/>
                              </a:rPr>
                              <m:t>𝜃</m:t>
                            </m:r>
                          </m:e>
                        </m:d>
                        <m:r>
                          <a:rPr lang="en-US" b="0" i="1" dirty="0" smtClean="0">
                            <a:latin typeface="Cambria Math" panose="02040503050406030204" pitchFamily="18" charset="0"/>
                          </a:rPr>
                          <m:t>, …,</m:t>
                        </m:r>
                        <m:r>
                          <a:rPr lang="en-US" i="1" dirty="0">
                            <a:latin typeface="Cambria Math" panose="02040503050406030204" pitchFamily="18" charset="0"/>
                          </a:rPr>
                          <m:t>𝐹</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d>
                                  <m:dPr>
                                    <m:begChr m:val="["/>
                                    <m:endChr m:val="]"/>
                                    <m:ctrlPr>
                                      <a:rPr lang="en-US" i="1" dirty="0">
                                        <a:latin typeface="Cambria Math" panose="02040503050406030204" pitchFamily="18" charset="0"/>
                                      </a:rPr>
                                    </m:ctrlPr>
                                  </m:dPr>
                                  <m:e>
                                    <m:r>
                                      <a:rPr lang="en-US" b="0" i="1" dirty="0" smtClean="0">
                                        <a:latin typeface="Cambria Math" panose="02040503050406030204" pitchFamily="18" charset="0"/>
                                      </a:rPr>
                                      <m:t>𝑛</m:t>
                                    </m:r>
                                  </m:e>
                                </m:d>
                              </m:sub>
                            </m:sSub>
                            <m:r>
                              <a:rPr lang="en-US" i="1" dirty="0">
                                <a:latin typeface="Cambria Math" panose="02040503050406030204" pitchFamily="18" charset="0"/>
                              </a:rPr>
                              <m:t>,</m:t>
                            </m:r>
                            <m:r>
                              <a:rPr lang="en-US" i="1" dirty="0">
                                <a:latin typeface="Cambria Math" panose="02040503050406030204" pitchFamily="18" charset="0"/>
                              </a:rPr>
                              <m:t>𝜃</m:t>
                            </m:r>
                          </m:e>
                        </m:d>
                      </m:e>
                    </m:d>
                    <m:r>
                      <a:rPr lang="en-US" b="0" i="1" dirty="0" smtClean="0">
                        <a:latin typeface="Cambria Math" panose="02040503050406030204" pitchFamily="18" charset="0"/>
                      </a:rPr>
                      <m:t>,</m:t>
                    </m:r>
                  </m:oMath>
                </a14:m>
                <a:endParaRPr lang="en-US" dirty="0"/>
              </a:p>
              <a:p>
                <a:pPr marL="0" indent="0">
                  <a:buNone/>
                </a:pPr>
                <a:r>
                  <a:rPr lang="en-US" dirty="0"/>
                  <a:t>	</a:t>
                </a:r>
                <a14:m>
                  <m:oMath xmlns:m="http://schemas.openxmlformats.org/officeDocument/2006/math">
                    <m:r>
                      <a:rPr lang="en-US" b="0" i="1" smtClean="0">
                        <a:latin typeface="Cambria Math" panose="02040503050406030204" pitchFamily="18" charset="0"/>
                      </a:rPr>
                      <m:t>𝑘</m:t>
                    </m:r>
                  </m:oMath>
                </a14:m>
                <a:r>
                  <a:rPr lang="en-US" dirty="0"/>
                  <a:t> – </a:t>
                </a:r>
                <a:r>
                  <a:rPr lang="ru-RU" dirty="0"/>
                  <a:t>количество столбцов гистограммы (правило </a:t>
                </a:r>
                <a:r>
                  <a:rPr lang="ru-RU" dirty="0" err="1"/>
                  <a:t>Стёрджесса</a:t>
                </a:r>
                <a:r>
                  <a:rPr lang="ru-RU" dirty="0"/>
                  <a:t>),</a:t>
                </a:r>
              </a:p>
              <a:p>
                <a:pPr marL="0" indent="0">
                  <a:buNone/>
                </a:pPr>
                <a:r>
                  <a:rPr lang="ru-RU" dirty="0"/>
                  <a:t>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r>
                  <a:rPr lang="en-US" dirty="0"/>
                  <a:t> – </a:t>
                </a:r>
                <a:r>
                  <a:rPr lang="ru-RU" dirty="0"/>
                  <a:t>тестируемое распределение с параметрами </a:t>
                </a:r>
                <a14:m>
                  <m:oMath xmlns:m="http://schemas.openxmlformats.org/officeDocument/2006/math">
                    <m:r>
                      <a:rPr lang="ru-RU" b="0" i="1" smtClean="0">
                        <a:latin typeface="Cambria Math" panose="02040503050406030204" pitchFamily="18" charset="0"/>
                      </a:rPr>
                      <m:t>𝜃</m:t>
                    </m:r>
                  </m:oMath>
                </a14:m>
                <a:r>
                  <a:rPr lang="en-US" dirty="0"/>
                  <a:t>,</a:t>
                </a:r>
              </a:p>
              <a:p>
                <a:pPr marL="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ub>
                    </m:sSub>
                  </m:oMath>
                </a14:m>
                <a:r>
                  <a:rPr lang="en-US" dirty="0"/>
                  <a:t> – </a:t>
                </a:r>
                <a:r>
                  <a:rPr lang="ru-RU" dirty="0"/>
                  <a:t>середина выбранного </a:t>
                </a:r>
                <a:r>
                  <a:rPr lang="en-US" dirty="0" err="1"/>
                  <a:t>i</a:t>
                </a:r>
                <a:r>
                  <a:rPr lang="en-US" dirty="0"/>
                  <a:t>-</a:t>
                </a:r>
                <a:r>
                  <a:rPr lang="ru-RU" dirty="0"/>
                  <a:t>го интервала гистограммы</a:t>
                </a:r>
              </a:p>
            </p:txBody>
          </p:sp>
        </mc:Choice>
        <mc:Fallback xmlns="">
          <p:sp>
            <p:nvSpPr>
              <p:cNvPr id="3" name="Объект 2">
                <a:extLst>
                  <a:ext uri="{FF2B5EF4-FFF2-40B4-BE49-F238E27FC236}">
                    <a16:creationId xmlns:a16="http://schemas.microsoft.com/office/drawing/2014/main" id="{F7A4AE64-2BB0-3A86-2A0D-D47571339455}"/>
                  </a:ext>
                </a:extLst>
              </p:cNvPr>
              <p:cNvSpPr>
                <a:spLocks noGrp="1" noRot="1" noChangeAspect="1" noMove="1" noResize="1" noEditPoints="1" noAdjustHandles="1" noChangeArrowheads="1" noChangeShapeType="1" noTextEdit="1"/>
              </p:cNvSpPr>
              <p:nvPr>
                <p:ph idx="1"/>
              </p:nvPr>
            </p:nvSpPr>
            <p:spPr>
              <a:blipFill>
                <a:blip r:embed="rId3"/>
                <a:stretch>
                  <a:fillRect l="-1043" t="-380"/>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C5012B75-DB2D-BAFA-02D0-B75565333FDC}"/>
              </a:ext>
            </a:extLst>
          </p:cNvPr>
          <p:cNvSpPr>
            <a:spLocks noGrp="1"/>
          </p:cNvSpPr>
          <p:nvPr>
            <p:ph type="sldNum" sz="quarter" idx="12"/>
          </p:nvPr>
        </p:nvSpPr>
        <p:spPr/>
        <p:txBody>
          <a:bodyPr/>
          <a:lstStyle/>
          <a:p>
            <a:fld id="{81C5FB71-5E9C-41B5-9BB8-3F1EBEAEB16A}" type="slidenum">
              <a:rPr lang="ru-RU" smtClean="0"/>
              <a:t>34</a:t>
            </a:fld>
            <a:endParaRPr lang="ru-RU"/>
          </a:p>
        </p:txBody>
      </p:sp>
      <p:pic>
        <p:nvPicPr>
          <p:cNvPr id="13316" name="Picture 4" descr="Picture background">
            <a:extLst>
              <a:ext uri="{FF2B5EF4-FFF2-40B4-BE49-F238E27FC236}">
                <a16:creationId xmlns:a16="http://schemas.microsoft.com/office/drawing/2014/main" id="{E123ADDF-8B52-3332-E9A9-2618A9C62DA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5230" b="3119"/>
          <a:stretch/>
        </p:blipFill>
        <p:spPr bwMode="auto">
          <a:xfrm>
            <a:off x="6102608" y="0"/>
            <a:ext cx="6089392" cy="3153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4455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244B605A-C5A8-6F3A-F1D3-3CAC4453B8B3}"/>
                  </a:ext>
                </a:extLst>
              </p:cNvPr>
              <p:cNvSpPr>
                <a:spLocks noGrp="1"/>
              </p:cNvSpPr>
              <p:nvPr>
                <p:ph type="title"/>
              </p:nvPr>
            </p:nvSpPr>
            <p:spPr/>
            <p:txBody>
              <a:bodyPr/>
              <a:lstStyle/>
              <a:p>
                <a:r>
                  <a:rPr lang="ru-RU" dirty="0"/>
                  <a:t>Тест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𝝌</m:t>
                        </m:r>
                      </m:e>
                      <m:sup>
                        <m:r>
                          <a:rPr lang="en-US" b="1" i="1" smtClean="0">
                            <a:latin typeface="Cambria Math" panose="02040503050406030204" pitchFamily="18" charset="0"/>
                          </a:rPr>
                          <m:t>𝟐</m:t>
                        </m:r>
                      </m:sup>
                    </m:sSup>
                  </m:oMath>
                </a14:m>
                <a:r>
                  <a:rPr lang="ru-RU" dirty="0"/>
                  <a:t> Пирсона</a:t>
                </a:r>
              </a:p>
            </p:txBody>
          </p:sp>
        </mc:Choice>
        <mc:Fallback xmlns="">
          <p:sp>
            <p:nvSpPr>
              <p:cNvPr id="2" name="Заголовок 1">
                <a:extLst>
                  <a:ext uri="{FF2B5EF4-FFF2-40B4-BE49-F238E27FC236}">
                    <a16:creationId xmlns:a16="http://schemas.microsoft.com/office/drawing/2014/main" id="{244B605A-C5A8-6F3A-F1D3-3CAC4453B8B3}"/>
                  </a:ext>
                </a:extLst>
              </p:cNvPr>
              <p:cNvSpPr>
                <a:spLocks noGrp="1" noRot="1" noChangeAspect="1" noMove="1" noResize="1" noEditPoints="1" noAdjustHandles="1" noChangeArrowheads="1" noChangeShapeType="1" noTextEdit="1"/>
              </p:cNvSpPr>
              <p:nvPr>
                <p:ph type="title"/>
              </p:nvPr>
            </p:nvSpPr>
            <p:spPr>
              <a:blipFill>
                <a:blip r:embed="rId2"/>
                <a:stretch>
                  <a:fillRect l="-179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D5B5173-6B2B-A108-F8DE-1B9033E756E5}"/>
                  </a:ext>
                </a:extLst>
              </p:cNvPr>
              <p:cNvSpPr>
                <a:spLocks noGrp="1"/>
              </p:cNvSpPr>
              <p:nvPr>
                <p:ph idx="1"/>
              </p:nvPr>
            </p:nvSpPr>
            <p:spPr/>
            <p:txBody>
              <a:bodyPr>
                <a:normAutofit/>
              </a:bodyPr>
              <a:lstStyle/>
              <a:p>
                <a:r>
                  <a:rPr lang="ru-RU" b="1" i="1" dirty="0"/>
                  <a:t>Можно сравнивать также попарные гистограммы распределений для проверки схожести распределения</a:t>
                </a:r>
              </a:p>
              <a:p>
                <a:r>
                  <a:rPr lang="ru-RU" b="1" i="1" dirty="0"/>
                  <a:t>Нулевая гипотеза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𝑯</m:t>
                        </m:r>
                      </m:e>
                      <m:sub>
                        <m:r>
                          <a:rPr lang="en-US" b="1" i="1" smtClean="0">
                            <a:latin typeface="Cambria Math" panose="02040503050406030204" pitchFamily="18" charset="0"/>
                          </a:rPr>
                          <m:t>𝟎</m:t>
                        </m:r>
                      </m:sub>
                    </m:sSub>
                    <m:r>
                      <a:rPr lang="en-US" b="1" i="1" smtClean="0">
                        <a:latin typeface="Cambria Math" panose="02040503050406030204" pitchFamily="18" charset="0"/>
                      </a:rPr>
                      <m:t>:</m:t>
                    </m:r>
                  </m:oMath>
                </a14:m>
                <a:r>
                  <a:rPr lang="en-US" b="1" i="1" dirty="0"/>
                  <a:t> </a:t>
                </a:r>
                <a:r>
                  <a:rPr lang="ru-RU" dirty="0"/>
                  <a:t>выборка распределена по закону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𝜃</m:t>
                        </m:r>
                      </m:e>
                    </m:d>
                  </m:oMath>
                </a14:m>
                <a:endParaRPr lang="en-US" b="0" dirty="0"/>
              </a:p>
              <a:p>
                <a:r>
                  <a:rPr lang="ru-RU" b="1" i="1" dirty="0"/>
                  <a:t>Альтернативная гипотеза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𝑯</m:t>
                        </m:r>
                      </m:e>
                      <m:sub>
                        <m:r>
                          <a:rPr lang="ru-RU" b="1" i="1" smtClean="0">
                            <a:latin typeface="Cambria Math" panose="02040503050406030204" pitchFamily="18" charset="0"/>
                          </a:rPr>
                          <m:t>𝟏</m:t>
                        </m:r>
                      </m:sub>
                    </m:sSub>
                    <m:r>
                      <a:rPr lang="en-US" b="1" i="1" smtClean="0">
                        <a:latin typeface="Cambria Math" panose="02040503050406030204" pitchFamily="18" charset="0"/>
                      </a:rPr>
                      <m:t>:</m:t>
                    </m:r>
                  </m:oMath>
                </a14:m>
                <a:r>
                  <a:rPr lang="en-US" b="1" i="1" dirty="0"/>
                  <a:t> </a:t>
                </a:r>
                <a:r>
                  <a:rPr lang="ru-RU" dirty="0"/>
                  <a:t>выборка отклоняется от распределения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𝜃</m:t>
                    </m:r>
                    <m:r>
                      <a:rPr lang="en-US" b="0" i="1" smtClean="0">
                        <a:latin typeface="Cambria Math" panose="02040503050406030204" pitchFamily="18" charset="0"/>
                      </a:rPr>
                      <m:t>)</m:t>
                    </m:r>
                  </m:oMath>
                </a14:m>
                <a:endParaRPr lang="ru-RU" i="1" dirty="0"/>
              </a:p>
              <a:p>
                <a:r>
                  <a:rPr lang="ru-RU" i="1" dirty="0"/>
                  <a:t>В случае проверки гипотезы эта статистика </a:t>
                </a:r>
                <a14:m>
                  <m:oMath xmlns:m="http://schemas.openxmlformats.org/officeDocument/2006/math">
                    <m:sSubSup>
                      <m:sSubSupPr>
                        <m:ctrlPr>
                          <a:rPr lang="en-US" b="0" i="1" dirty="0" smtClean="0">
                            <a:latin typeface="Cambria Math" panose="02040503050406030204" pitchFamily="18" charset="0"/>
                          </a:rPr>
                        </m:ctrlPr>
                      </m:sSubSupPr>
                      <m:e>
                        <m:r>
                          <a:rPr lang="ru-RU" i="1" dirty="0" smtClean="0">
                            <a:latin typeface="Cambria Math" panose="02040503050406030204" pitchFamily="18" charset="0"/>
                          </a:rPr>
                          <m:t>𝜒</m:t>
                        </m:r>
                      </m:e>
                      <m:sub>
                        <m:r>
                          <a:rPr lang="en-US" b="0" i="1" dirty="0" smtClean="0">
                            <a:latin typeface="Cambria Math" panose="02040503050406030204" pitchFamily="18" charset="0"/>
                          </a:rPr>
                          <m:t>𝑛</m:t>
                        </m:r>
                      </m:sub>
                      <m:sup>
                        <m:r>
                          <a:rPr lang="en-US" i="1" dirty="0" smtClean="0">
                            <a:latin typeface="Cambria Math" panose="02040503050406030204" pitchFamily="18" charset="0"/>
                          </a:rPr>
                          <m:t>2</m:t>
                        </m:r>
                      </m:sup>
                    </m:sSubSup>
                  </m:oMath>
                </a14:m>
                <a:r>
                  <a:rPr lang="ru-RU" i="1" dirty="0"/>
                  <a:t> подчиняется распределению </a:t>
                </a:r>
                <a14:m>
                  <m:oMath xmlns:m="http://schemas.openxmlformats.org/officeDocument/2006/math">
                    <m:sSup>
                      <m:sSupPr>
                        <m:ctrlPr>
                          <a:rPr lang="ru-RU" b="0" i="1" smtClean="0">
                            <a:latin typeface="Cambria Math" panose="02040503050406030204" pitchFamily="18" charset="0"/>
                          </a:rPr>
                        </m:ctrlPr>
                      </m:sSupPr>
                      <m:e>
                        <m:r>
                          <a:rPr lang="ru-RU" b="0" i="1" smtClean="0">
                            <a:latin typeface="Cambria Math" panose="02040503050406030204" pitchFamily="18" charset="0"/>
                          </a:rPr>
                          <m:t>𝜒</m:t>
                        </m:r>
                      </m:e>
                      <m:sup>
                        <m:r>
                          <a:rPr lang="en-US" b="0" i="1" smtClean="0">
                            <a:latin typeface="Cambria Math" panose="02040503050406030204" pitchFamily="18" charset="0"/>
                          </a:rPr>
                          <m:t>2</m:t>
                        </m:r>
                      </m:sup>
                    </m:sSup>
                  </m:oMath>
                </a14:m>
                <a:r>
                  <a:rPr lang="en-US" i="1" dirty="0"/>
                  <a:t> c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−1</m:t>
                    </m:r>
                  </m:oMath>
                </a14:m>
                <a:r>
                  <a:rPr lang="en-US" i="1" dirty="0"/>
                  <a:t> </a:t>
                </a:r>
                <a:r>
                  <a:rPr lang="ru-RU" i="1" dirty="0"/>
                  <a:t>степенями свободы.</a:t>
                </a:r>
              </a:p>
              <a:p>
                <a:r>
                  <a:rPr lang="ru-RU" i="1" dirty="0"/>
                  <a:t>Проверяемая гипотеза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i="1" dirty="0"/>
                  <a:t> </a:t>
                </a:r>
                <a:r>
                  <a:rPr lang="ru-RU" i="1" dirty="0"/>
                  <a:t>отклоняется при больших значениях статистики, когда вычисленное по выборке значение статистики </a:t>
                </a:r>
                <a14:m>
                  <m:oMath xmlns:m="http://schemas.openxmlformats.org/officeDocument/2006/math">
                    <m:sSubSup>
                      <m:sSubSupPr>
                        <m:ctrlPr>
                          <a:rPr lang="en-US" b="0" i="1" dirty="0" smtClean="0">
                            <a:latin typeface="Cambria Math" panose="02040503050406030204" pitchFamily="18" charset="0"/>
                          </a:rPr>
                        </m:ctrlPr>
                      </m:sSubSupPr>
                      <m:e>
                        <m:r>
                          <a:rPr lang="ru-RU" i="1" dirty="0" smtClean="0">
                            <a:latin typeface="Cambria Math" panose="02040503050406030204" pitchFamily="18" charset="0"/>
                          </a:rPr>
                          <m:t>𝜒</m:t>
                        </m:r>
                      </m:e>
                      <m:sub>
                        <m:r>
                          <a:rPr lang="en-US" b="0" i="1" dirty="0" smtClean="0">
                            <a:latin typeface="Cambria Math" panose="02040503050406030204" pitchFamily="18" charset="0"/>
                          </a:rPr>
                          <m:t>𝑛</m:t>
                        </m:r>
                      </m:sub>
                      <m:sup>
                        <m:r>
                          <a:rPr lang="en-US" i="1" dirty="0" smtClean="0">
                            <a:latin typeface="Cambria Math" panose="02040503050406030204" pitchFamily="18" charset="0"/>
                          </a:rPr>
                          <m:t>2</m:t>
                        </m:r>
                      </m:sup>
                    </m:sSubSup>
                  </m:oMath>
                </a14:m>
                <a:r>
                  <a:rPr lang="en-US" i="1" dirty="0"/>
                  <a:t> </a:t>
                </a:r>
                <a:r>
                  <a:rPr lang="ru-RU" i="1" dirty="0"/>
                  <a:t>больше критического значения </a:t>
                </a:r>
                <a14:m>
                  <m:oMath xmlns:m="http://schemas.openxmlformats.org/officeDocument/2006/math">
                    <m:sSubSup>
                      <m:sSubSupPr>
                        <m:ctrlPr>
                          <a:rPr lang="en-US" b="0" i="1" dirty="0" smtClean="0">
                            <a:latin typeface="Cambria Math" panose="02040503050406030204" pitchFamily="18" charset="0"/>
                          </a:rPr>
                        </m:ctrlPr>
                      </m:sSubSupPr>
                      <m:e>
                        <m:r>
                          <a:rPr lang="ru-RU" i="1" dirty="0" smtClean="0">
                            <a:latin typeface="Cambria Math" panose="02040503050406030204" pitchFamily="18" charset="0"/>
                          </a:rPr>
                          <m:t>𝜒</m:t>
                        </m:r>
                      </m:e>
                      <m:sub>
                        <m:r>
                          <a:rPr lang="en-US" b="0" i="1" dirty="0" smtClean="0">
                            <a:latin typeface="Cambria Math" panose="02040503050406030204" pitchFamily="18" charset="0"/>
                          </a:rPr>
                          <m:t>𝑘</m:t>
                        </m:r>
                        <m:r>
                          <a:rPr lang="en-US" b="0" i="1" dirty="0" smtClean="0">
                            <a:latin typeface="Cambria Math" panose="02040503050406030204" pitchFamily="18" charset="0"/>
                          </a:rPr>
                          <m:t>−1,</m:t>
                        </m:r>
                        <m:r>
                          <a:rPr lang="en-US" b="0" i="1" dirty="0" smtClean="0">
                            <a:latin typeface="Cambria Math" panose="02040503050406030204" pitchFamily="18" charset="0"/>
                          </a:rPr>
                          <m:t>𝛼</m:t>
                        </m:r>
                        <m:r>
                          <a:rPr lang="en-US" b="0" i="1" dirty="0" smtClean="0">
                            <a:latin typeface="Cambria Math" panose="02040503050406030204" pitchFamily="18" charset="0"/>
                          </a:rPr>
                          <m:t> </m:t>
                        </m:r>
                      </m:sub>
                      <m:sup>
                        <m:r>
                          <a:rPr lang="en-US" b="0" i="1" dirty="0" smtClean="0">
                            <a:latin typeface="Cambria Math" panose="02040503050406030204" pitchFamily="18" charset="0"/>
                          </a:rPr>
                          <m:t>2</m:t>
                        </m:r>
                      </m:sup>
                    </m:sSubSup>
                  </m:oMath>
                </a14:m>
                <a:endParaRPr lang="ru-RU" i="1" dirty="0"/>
              </a:p>
            </p:txBody>
          </p:sp>
        </mc:Choice>
        <mc:Fallback xmlns="">
          <p:sp>
            <p:nvSpPr>
              <p:cNvPr id="3" name="Объект 2">
                <a:extLst>
                  <a:ext uri="{FF2B5EF4-FFF2-40B4-BE49-F238E27FC236}">
                    <a16:creationId xmlns:a16="http://schemas.microsoft.com/office/drawing/2014/main" id="{ED5B5173-6B2B-A108-F8DE-1B9033E756E5}"/>
                  </a:ext>
                </a:extLst>
              </p:cNvPr>
              <p:cNvSpPr>
                <a:spLocks noGrp="1" noRot="1" noChangeAspect="1" noMove="1" noResize="1" noEditPoints="1" noAdjustHandles="1" noChangeArrowheads="1" noChangeShapeType="1" noTextEdit="1"/>
              </p:cNvSpPr>
              <p:nvPr>
                <p:ph idx="1"/>
              </p:nvPr>
            </p:nvSpPr>
            <p:spPr>
              <a:blipFill>
                <a:blip r:embed="rId3"/>
                <a:stretch>
                  <a:fillRect l="-1043" t="-2152" r="-464"/>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08D2029B-0A16-7A25-35FA-746EA838F346}"/>
              </a:ext>
            </a:extLst>
          </p:cNvPr>
          <p:cNvSpPr>
            <a:spLocks noGrp="1"/>
          </p:cNvSpPr>
          <p:nvPr>
            <p:ph type="sldNum" sz="quarter" idx="12"/>
          </p:nvPr>
        </p:nvSpPr>
        <p:spPr/>
        <p:txBody>
          <a:bodyPr/>
          <a:lstStyle/>
          <a:p>
            <a:fld id="{81C5FB71-5E9C-41B5-9BB8-3F1EBEAEB16A}" type="slidenum">
              <a:rPr lang="ru-RU" smtClean="0"/>
              <a:t>35</a:t>
            </a:fld>
            <a:endParaRPr lang="ru-RU"/>
          </a:p>
        </p:txBody>
      </p:sp>
    </p:spTree>
    <p:extLst>
      <p:ext uri="{BB962C8B-B14F-4D97-AF65-F5344CB8AC3E}">
        <p14:creationId xmlns:p14="http://schemas.microsoft.com/office/powerpoint/2010/main" val="34189807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8C487928-1FC3-0F80-FB5B-6433D80795B6}"/>
                  </a:ext>
                </a:extLst>
              </p:cNvPr>
              <p:cNvSpPr>
                <a:spLocks noGrp="1"/>
              </p:cNvSpPr>
              <p:nvPr>
                <p:ph type="title"/>
              </p:nvPr>
            </p:nvSpPr>
            <p:spPr/>
            <p:txBody>
              <a:bodyPr/>
              <a:lstStyle/>
              <a:p>
                <a:r>
                  <a:rPr lang="ru-RU" dirty="0"/>
                  <a:t>Требования к проведению теста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𝝌</m:t>
                        </m:r>
                      </m:e>
                      <m:sup>
                        <m:r>
                          <a:rPr lang="en-US" b="1" i="1" smtClean="0">
                            <a:latin typeface="Cambria Math" panose="02040503050406030204" pitchFamily="18" charset="0"/>
                          </a:rPr>
                          <m:t>𝟐</m:t>
                        </m:r>
                      </m:sup>
                    </m:sSup>
                  </m:oMath>
                </a14:m>
                <a:endParaRPr lang="ru-RU" dirty="0"/>
              </a:p>
            </p:txBody>
          </p:sp>
        </mc:Choice>
        <mc:Fallback xmlns="">
          <p:sp>
            <p:nvSpPr>
              <p:cNvPr id="2" name="Заголовок 1">
                <a:extLst>
                  <a:ext uri="{FF2B5EF4-FFF2-40B4-BE49-F238E27FC236}">
                    <a16:creationId xmlns:a16="http://schemas.microsoft.com/office/drawing/2014/main" id="{8C487928-1FC3-0F80-FB5B-6433D80795B6}"/>
                  </a:ext>
                </a:extLst>
              </p:cNvPr>
              <p:cNvSpPr>
                <a:spLocks noGrp="1" noRot="1" noChangeAspect="1" noMove="1" noResize="1" noEditPoints="1" noAdjustHandles="1" noChangeArrowheads="1" noChangeShapeType="1" noTextEdit="1"/>
              </p:cNvSpPr>
              <p:nvPr>
                <p:ph type="title"/>
              </p:nvPr>
            </p:nvSpPr>
            <p:spPr>
              <a:blipFill>
                <a:blip r:embed="rId2"/>
                <a:stretch>
                  <a:fillRect l="-1797"/>
                </a:stretch>
              </a:blipFill>
            </p:spPr>
            <p:txBody>
              <a:bodyPr/>
              <a:lstStyle/>
              <a:p>
                <a:r>
                  <a:rPr lang="ru-RU">
                    <a:noFill/>
                  </a:rPr>
                  <a:t> </a:t>
                </a:r>
              </a:p>
            </p:txBody>
          </p:sp>
        </mc:Fallback>
      </mc:AlternateContent>
      <p:sp>
        <p:nvSpPr>
          <p:cNvPr id="3" name="Объект 2">
            <a:extLst>
              <a:ext uri="{FF2B5EF4-FFF2-40B4-BE49-F238E27FC236}">
                <a16:creationId xmlns:a16="http://schemas.microsoft.com/office/drawing/2014/main" id="{5255273D-8897-EB59-2CE2-2B0F22F8D19C}"/>
              </a:ext>
            </a:extLst>
          </p:cNvPr>
          <p:cNvSpPr>
            <a:spLocks noGrp="1"/>
          </p:cNvSpPr>
          <p:nvPr>
            <p:ph idx="1"/>
          </p:nvPr>
        </p:nvSpPr>
        <p:spPr/>
        <p:txBody>
          <a:bodyPr>
            <a:normAutofit fontScale="92500" lnSpcReduction="20000"/>
          </a:bodyPr>
          <a:lstStyle/>
          <a:p>
            <a:r>
              <a:rPr lang="ru-RU" dirty="0"/>
              <a:t>Объем выборки должен большим (&gt;30) </a:t>
            </a:r>
          </a:p>
          <a:p>
            <a:r>
              <a:rPr lang="ru-RU" dirty="0"/>
              <a:t>Теоретическая частота для каждой клетки таблицы должна быть больше 5 </a:t>
            </a:r>
          </a:p>
          <a:p>
            <a:r>
              <a:rPr lang="ru-RU" dirty="0"/>
              <a:t>Выбранные разряды должны охватывать весь диапазон вариативности признака, а группировка на разряды должна быть одинаковой во всех сопоставляемых распределениях </a:t>
            </a:r>
          </a:p>
          <a:p>
            <a:r>
              <a:rPr lang="ru-RU" dirty="0"/>
              <a:t>Разряды должны быть не перекрещивающимися, т.е. если наблюдение отнесено к одному разряду, то оно не может быть отнесено к другому </a:t>
            </a:r>
          </a:p>
          <a:p>
            <a:r>
              <a:rPr lang="ru-RU" dirty="0"/>
              <a:t>Сумма наблюдений по разрядам должна быть равна общему числу наблюдений </a:t>
            </a:r>
          </a:p>
          <a:p>
            <a:r>
              <a:rPr lang="ru-RU" dirty="0"/>
              <a:t>Если сравниваются два эмпирических распределения, то теоретические частоты рассчитываются, как отношение произведения итогов по строке на итог по столбцу к общему числу наблюдений</a:t>
            </a:r>
          </a:p>
        </p:txBody>
      </p:sp>
      <p:sp>
        <p:nvSpPr>
          <p:cNvPr id="4" name="Номер слайда 3">
            <a:extLst>
              <a:ext uri="{FF2B5EF4-FFF2-40B4-BE49-F238E27FC236}">
                <a16:creationId xmlns:a16="http://schemas.microsoft.com/office/drawing/2014/main" id="{DF8EBBFA-4D2F-03C0-F259-40E27841F5FD}"/>
              </a:ext>
            </a:extLst>
          </p:cNvPr>
          <p:cNvSpPr>
            <a:spLocks noGrp="1"/>
          </p:cNvSpPr>
          <p:nvPr>
            <p:ph type="sldNum" sz="quarter" idx="12"/>
          </p:nvPr>
        </p:nvSpPr>
        <p:spPr/>
        <p:txBody>
          <a:bodyPr/>
          <a:lstStyle/>
          <a:p>
            <a:fld id="{81C5FB71-5E9C-41B5-9BB8-3F1EBEAEB16A}" type="slidenum">
              <a:rPr lang="ru-RU" smtClean="0"/>
              <a:t>36</a:t>
            </a:fld>
            <a:endParaRPr lang="ru-RU"/>
          </a:p>
        </p:txBody>
      </p:sp>
    </p:spTree>
    <p:extLst>
      <p:ext uri="{BB962C8B-B14F-4D97-AF65-F5344CB8AC3E}">
        <p14:creationId xmlns:p14="http://schemas.microsoft.com/office/powerpoint/2010/main" val="15739645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E25030-78AE-5B9F-7A79-B2B502D77C05}"/>
              </a:ext>
            </a:extLst>
          </p:cNvPr>
          <p:cNvSpPr>
            <a:spLocks noGrp="1"/>
          </p:cNvSpPr>
          <p:nvPr>
            <p:ph type="title"/>
          </p:nvPr>
        </p:nvSpPr>
        <p:spPr/>
        <p:txBody>
          <a:bodyPr/>
          <a:lstStyle/>
          <a:p>
            <a:r>
              <a:rPr lang="en-US" dirty="0"/>
              <a:t>T-</a:t>
            </a:r>
            <a:r>
              <a:rPr lang="ru-RU" dirty="0"/>
              <a:t>тест Стьюдента</a:t>
            </a:r>
          </a:p>
        </p:txBody>
      </p:sp>
      <p:sp>
        <p:nvSpPr>
          <p:cNvPr id="3" name="Объект 2">
            <a:extLst>
              <a:ext uri="{FF2B5EF4-FFF2-40B4-BE49-F238E27FC236}">
                <a16:creationId xmlns:a16="http://schemas.microsoft.com/office/drawing/2014/main" id="{049B0C84-6DBF-7230-C04F-A7592A546C83}"/>
              </a:ext>
            </a:extLst>
          </p:cNvPr>
          <p:cNvSpPr>
            <a:spLocks noGrp="1"/>
          </p:cNvSpPr>
          <p:nvPr>
            <p:ph idx="1"/>
          </p:nvPr>
        </p:nvSpPr>
        <p:spPr>
          <a:xfrm>
            <a:off x="838200" y="1358781"/>
            <a:ext cx="10515600" cy="5123042"/>
          </a:xfrm>
        </p:spPr>
        <p:txBody>
          <a:bodyPr>
            <a:normAutofit/>
          </a:bodyPr>
          <a:lstStyle/>
          <a:p>
            <a:r>
              <a:rPr lang="ru-RU" sz="2600" b="0" i="0" dirty="0">
                <a:effectLst/>
              </a:rPr>
              <a:t>t-критерий Стьюдента используется для определения статистической значимости различий средних величин. </a:t>
            </a:r>
            <a:endParaRPr lang="en-US" sz="2600" b="0" i="0" dirty="0">
              <a:effectLst/>
            </a:endParaRPr>
          </a:p>
          <a:p>
            <a:r>
              <a:rPr lang="ru-RU" sz="2600" b="0" i="0" dirty="0">
                <a:effectLst/>
              </a:rPr>
              <a:t>Для применения t-критерия Стьюдента необходимо, чтобы исходные данные имели нормальное распределение. </a:t>
            </a:r>
            <a:endParaRPr lang="en-US" sz="2600" b="0" i="0" dirty="0">
              <a:effectLst/>
            </a:endParaRPr>
          </a:p>
          <a:p>
            <a:r>
              <a:rPr lang="ru-RU" sz="2600" b="0" i="0" dirty="0">
                <a:effectLst/>
              </a:rPr>
              <a:t>Также имеет значение равенство дисперсий (распределения) сравниваемых групп (гомоскедастичность). </a:t>
            </a:r>
            <a:endParaRPr lang="en-US" sz="2600" b="0" i="0" dirty="0">
              <a:effectLst/>
            </a:endParaRPr>
          </a:p>
          <a:p>
            <a:r>
              <a:rPr lang="ru-RU" sz="2600" b="0" i="0" dirty="0">
                <a:effectLst/>
              </a:rPr>
              <a:t>При неравных дисперсиях применяется t-критерий в модификации Уэлча (</a:t>
            </a:r>
            <a:r>
              <a:rPr lang="ru-RU" sz="2600" b="0" i="0" dirty="0" err="1">
                <a:effectLst/>
              </a:rPr>
              <a:t>Welch's</a:t>
            </a:r>
            <a:r>
              <a:rPr lang="ru-RU" sz="2600" b="0" i="0" dirty="0">
                <a:effectLst/>
              </a:rPr>
              <a:t> t).</a:t>
            </a:r>
            <a:endParaRPr lang="en-US" sz="2600" b="0" i="0" dirty="0">
              <a:effectLst/>
            </a:endParaRPr>
          </a:p>
          <a:p>
            <a:r>
              <a:rPr lang="ru-RU" sz="2600" b="0" i="0" dirty="0">
                <a:effectLst/>
              </a:rPr>
              <a:t>При отсутствии нормального распределения сравниваемых выборок вместо t-критерия Стьюдента используются аналогичные методы непараметрической статистики, среди которых наиболее известными является U-критерий Манна — Уитни.</a:t>
            </a:r>
            <a:endParaRPr lang="en-US" sz="2600" b="0" i="0" dirty="0">
              <a:effectLst/>
            </a:endParaRPr>
          </a:p>
        </p:txBody>
      </p:sp>
      <p:sp>
        <p:nvSpPr>
          <p:cNvPr id="4" name="Номер слайда 3">
            <a:extLst>
              <a:ext uri="{FF2B5EF4-FFF2-40B4-BE49-F238E27FC236}">
                <a16:creationId xmlns:a16="http://schemas.microsoft.com/office/drawing/2014/main" id="{40704763-B48E-BBA6-5CBC-1F0B80B0B6FA}"/>
              </a:ext>
            </a:extLst>
          </p:cNvPr>
          <p:cNvSpPr>
            <a:spLocks noGrp="1"/>
          </p:cNvSpPr>
          <p:nvPr>
            <p:ph type="sldNum" sz="quarter" idx="12"/>
          </p:nvPr>
        </p:nvSpPr>
        <p:spPr/>
        <p:txBody>
          <a:bodyPr/>
          <a:lstStyle/>
          <a:p>
            <a:fld id="{81C5FB71-5E9C-41B5-9BB8-3F1EBEAEB16A}" type="slidenum">
              <a:rPr lang="ru-RU" smtClean="0"/>
              <a:t>37</a:t>
            </a:fld>
            <a:endParaRPr lang="ru-RU"/>
          </a:p>
        </p:txBody>
      </p:sp>
    </p:spTree>
    <p:extLst>
      <p:ext uri="{BB962C8B-B14F-4D97-AF65-F5344CB8AC3E}">
        <p14:creationId xmlns:p14="http://schemas.microsoft.com/office/powerpoint/2010/main" val="18404221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E25030-78AE-5B9F-7A79-B2B502D77C05}"/>
              </a:ext>
            </a:extLst>
          </p:cNvPr>
          <p:cNvSpPr>
            <a:spLocks noGrp="1"/>
          </p:cNvSpPr>
          <p:nvPr>
            <p:ph type="title"/>
          </p:nvPr>
        </p:nvSpPr>
        <p:spPr/>
        <p:txBody>
          <a:bodyPr/>
          <a:lstStyle/>
          <a:p>
            <a:r>
              <a:rPr lang="en-US" dirty="0"/>
              <a:t>T-</a:t>
            </a:r>
            <a:r>
              <a:rPr lang="ru-RU" dirty="0"/>
              <a:t>тест Стьюдента</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49B0C84-6DBF-7230-C04F-A7592A546C83}"/>
                  </a:ext>
                </a:extLst>
              </p:cNvPr>
              <p:cNvSpPr>
                <a:spLocks noGrp="1"/>
              </p:cNvSpPr>
              <p:nvPr>
                <p:ph sz="half" idx="1"/>
              </p:nvPr>
            </p:nvSpPr>
            <p:spPr>
              <a:xfrm>
                <a:off x="254643" y="1350233"/>
                <a:ext cx="5765157" cy="4826729"/>
              </a:xfrm>
            </p:spPr>
            <p:txBody>
              <a:bodyPr>
                <a:normAutofit/>
              </a:bodyPr>
              <a:lstStyle/>
              <a:p>
                <a:pPr marL="0" indent="0">
                  <a:buNone/>
                </a:pPr>
                <a:endParaRPr lang="en-US" sz="2600" b="0" i="1" dirty="0">
                  <a:effectLst/>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600" b="0" i="1" smtClean="0">
                          <a:effectLst/>
                          <a:latin typeface="Cambria Math" panose="02040503050406030204" pitchFamily="18" charset="0"/>
                        </a:rPr>
                        <m:t>𝑡</m:t>
                      </m:r>
                      <m:r>
                        <a:rPr lang="en-US" sz="2600" b="0" i="1" smtClean="0">
                          <a:effectLst/>
                          <a:latin typeface="Cambria Math" panose="02040503050406030204" pitchFamily="18" charset="0"/>
                        </a:rPr>
                        <m:t>=</m:t>
                      </m:r>
                      <m:f>
                        <m:fPr>
                          <m:ctrlPr>
                            <a:rPr lang="en-US" sz="2600" b="0" i="1" smtClean="0">
                              <a:effectLst/>
                              <a:latin typeface="Cambria Math" panose="02040503050406030204" pitchFamily="18" charset="0"/>
                            </a:rPr>
                          </m:ctrlPr>
                        </m:fPr>
                        <m:num>
                          <m:bar>
                            <m:barPr>
                              <m:pos m:val="top"/>
                              <m:ctrlPr>
                                <a:rPr lang="en-US" sz="2600" b="0" i="1" smtClean="0">
                                  <a:effectLst/>
                                  <a:latin typeface="Cambria Math" panose="02040503050406030204" pitchFamily="18" charset="0"/>
                                </a:rPr>
                              </m:ctrlPr>
                            </m:barPr>
                            <m:e>
                              <m:sSub>
                                <m:sSubPr>
                                  <m:ctrlPr>
                                    <a:rPr lang="en-US" sz="2600" b="0" i="1" smtClean="0">
                                      <a:effectLst/>
                                      <a:latin typeface="Cambria Math" panose="02040503050406030204" pitchFamily="18" charset="0"/>
                                    </a:rPr>
                                  </m:ctrlPr>
                                </m:sSubPr>
                                <m:e>
                                  <m:r>
                                    <a:rPr lang="en-US" sz="2600" b="0" i="1" smtClean="0">
                                      <a:effectLst/>
                                      <a:latin typeface="Cambria Math" panose="02040503050406030204" pitchFamily="18" charset="0"/>
                                    </a:rPr>
                                    <m:t>𝑋</m:t>
                                  </m:r>
                                </m:e>
                                <m:sub>
                                  <m:r>
                                    <a:rPr lang="en-US" sz="2600" b="0" i="1" smtClean="0">
                                      <a:effectLst/>
                                      <a:latin typeface="Cambria Math" panose="02040503050406030204" pitchFamily="18" charset="0"/>
                                    </a:rPr>
                                    <m:t>1</m:t>
                                  </m:r>
                                </m:sub>
                              </m:sSub>
                            </m:e>
                          </m:bar>
                          <m:r>
                            <a:rPr lang="en-US" sz="2600" b="0" i="1" smtClean="0">
                              <a:effectLst/>
                              <a:latin typeface="Cambria Math" panose="02040503050406030204" pitchFamily="18" charset="0"/>
                            </a:rPr>
                            <m:t>−</m:t>
                          </m:r>
                          <m:bar>
                            <m:barPr>
                              <m:pos m:val="top"/>
                              <m:ctrlPr>
                                <a:rPr lang="en-US" sz="2600" i="1">
                                  <a:latin typeface="Cambria Math" panose="02040503050406030204" pitchFamily="18" charset="0"/>
                                </a:rPr>
                              </m:ctrlPr>
                            </m:barPr>
                            <m:e>
                              <m:sSub>
                                <m:sSubPr>
                                  <m:ctrlPr>
                                    <a:rPr lang="en-US" sz="2600" i="1">
                                      <a:latin typeface="Cambria Math" panose="02040503050406030204" pitchFamily="18" charset="0"/>
                                    </a:rPr>
                                  </m:ctrlPr>
                                </m:sSubPr>
                                <m:e>
                                  <m:r>
                                    <a:rPr lang="en-US" sz="2600" i="1">
                                      <a:latin typeface="Cambria Math" panose="02040503050406030204" pitchFamily="18" charset="0"/>
                                    </a:rPr>
                                    <m:t>𝑋</m:t>
                                  </m:r>
                                </m:e>
                                <m:sub>
                                  <m:r>
                                    <a:rPr lang="en-US" sz="2600" b="0" i="1" smtClean="0">
                                      <a:latin typeface="Cambria Math" panose="02040503050406030204" pitchFamily="18" charset="0"/>
                                    </a:rPr>
                                    <m:t>2</m:t>
                                  </m:r>
                                </m:sub>
                              </m:sSub>
                            </m:e>
                          </m:bar>
                        </m:num>
                        <m:den>
                          <m:rad>
                            <m:radPr>
                              <m:degHide m:val="on"/>
                              <m:ctrlPr>
                                <a:rPr lang="en-US" sz="2600" b="0" i="1" smtClean="0">
                                  <a:effectLst/>
                                  <a:latin typeface="Cambria Math" panose="02040503050406030204" pitchFamily="18" charset="0"/>
                                </a:rPr>
                              </m:ctrlPr>
                            </m:radPr>
                            <m:deg/>
                            <m:e>
                              <m:f>
                                <m:fPr>
                                  <m:ctrlPr>
                                    <a:rPr lang="en-US" sz="2600" b="0" i="1" smtClean="0">
                                      <a:effectLst/>
                                      <a:latin typeface="Cambria Math" panose="02040503050406030204" pitchFamily="18" charset="0"/>
                                    </a:rPr>
                                  </m:ctrlPr>
                                </m:fPr>
                                <m:num>
                                  <m:sSubSup>
                                    <m:sSubSupPr>
                                      <m:ctrlPr>
                                        <a:rPr lang="en-US" sz="2600" b="0" i="1" smtClean="0">
                                          <a:effectLst/>
                                          <a:latin typeface="Cambria Math" panose="02040503050406030204" pitchFamily="18" charset="0"/>
                                        </a:rPr>
                                      </m:ctrlPr>
                                    </m:sSubSupPr>
                                    <m:e>
                                      <m:r>
                                        <a:rPr lang="en-US" sz="2600" b="0" i="1" smtClean="0">
                                          <a:effectLst/>
                                          <a:latin typeface="Cambria Math" panose="02040503050406030204" pitchFamily="18" charset="0"/>
                                        </a:rPr>
                                        <m:t>𝑠</m:t>
                                      </m:r>
                                    </m:e>
                                    <m:sub>
                                      <m:r>
                                        <a:rPr lang="en-US" sz="2600" b="0" i="1" smtClean="0">
                                          <a:effectLst/>
                                          <a:latin typeface="Cambria Math" panose="02040503050406030204" pitchFamily="18" charset="0"/>
                                        </a:rPr>
                                        <m:t>1</m:t>
                                      </m:r>
                                    </m:sub>
                                    <m:sup>
                                      <m:r>
                                        <a:rPr lang="en-US" sz="2600" b="0" i="1" smtClean="0">
                                          <a:effectLst/>
                                          <a:latin typeface="Cambria Math" panose="02040503050406030204" pitchFamily="18" charset="0"/>
                                        </a:rPr>
                                        <m:t>2</m:t>
                                      </m:r>
                                    </m:sup>
                                  </m:sSubSup>
                                </m:num>
                                <m:den>
                                  <m:sSub>
                                    <m:sSubPr>
                                      <m:ctrlPr>
                                        <a:rPr lang="en-US" sz="2600" b="0" i="1" smtClean="0">
                                          <a:effectLst/>
                                          <a:latin typeface="Cambria Math" panose="02040503050406030204" pitchFamily="18" charset="0"/>
                                        </a:rPr>
                                      </m:ctrlPr>
                                    </m:sSubPr>
                                    <m:e>
                                      <m:r>
                                        <a:rPr lang="en-US" sz="2600" b="0" i="1" smtClean="0">
                                          <a:effectLst/>
                                          <a:latin typeface="Cambria Math" panose="02040503050406030204" pitchFamily="18" charset="0"/>
                                        </a:rPr>
                                        <m:t>𝑛</m:t>
                                      </m:r>
                                    </m:e>
                                    <m:sub>
                                      <m:r>
                                        <a:rPr lang="en-US" sz="2600" b="0" i="1" smtClean="0">
                                          <a:effectLst/>
                                          <a:latin typeface="Cambria Math" panose="02040503050406030204" pitchFamily="18" charset="0"/>
                                        </a:rPr>
                                        <m:t>1</m:t>
                                      </m:r>
                                    </m:sub>
                                  </m:sSub>
                                </m:den>
                              </m:f>
                              <m:r>
                                <a:rPr lang="en-US" sz="2600" b="0" i="1" smtClean="0">
                                  <a:effectLst/>
                                  <a:latin typeface="Cambria Math" panose="02040503050406030204" pitchFamily="18" charset="0"/>
                                </a:rPr>
                                <m:t>+</m:t>
                              </m:r>
                              <m:f>
                                <m:fPr>
                                  <m:ctrlPr>
                                    <a:rPr lang="en-US" sz="2600" i="1">
                                      <a:latin typeface="Cambria Math" panose="02040503050406030204" pitchFamily="18" charset="0"/>
                                    </a:rPr>
                                  </m:ctrlPr>
                                </m:fPr>
                                <m:num>
                                  <m:sSubSup>
                                    <m:sSubSupPr>
                                      <m:ctrlPr>
                                        <a:rPr lang="en-US" sz="2600" i="1">
                                          <a:latin typeface="Cambria Math" panose="02040503050406030204" pitchFamily="18" charset="0"/>
                                        </a:rPr>
                                      </m:ctrlPr>
                                    </m:sSubSupPr>
                                    <m:e>
                                      <m:r>
                                        <a:rPr lang="en-US" sz="2600" i="1">
                                          <a:latin typeface="Cambria Math" panose="02040503050406030204" pitchFamily="18" charset="0"/>
                                        </a:rPr>
                                        <m:t>𝑠</m:t>
                                      </m:r>
                                    </m:e>
                                    <m:sub>
                                      <m:r>
                                        <a:rPr lang="en-US" sz="2600" b="0" i="1" smtClean="0">
                                          <a:latin typeface="Cambria Math" panose="02040503050406030204" pitchFamily="18" charset="0"/>
                                        </a:rPr>
                                        <m:t>2</m:t>
                                      </m:r>
                                    </m:sub>
                                    <m:sup>
                                      <m:r>
                                        <a:rPr lang="en-US" sz="2600" i="1">
                                          <a:latin typeface="Cambria Math" panose="02040503050406030204" pitchFamily="18" charset="0"/>
                                        </a:rPr>
                                        <m:t>2</m:t>
                                      </m:r>
                                    </m:sup>
                                  </m:sSubSup>
                                </m:num>
                                <m:den>
                                  <m:sSub>
                                    <m:sSubPr>
                                      <m:ctrlPr>
                                        <a:rPr lang="en-US" sz="2600" i="1">
                                          <a:latin typeface="Cambria Math" panose="02040503050406030204" pitchFamily="18" charset="0"/>
                                        </a:rPr>
                                      </m:ctrlPr>
                                    </m:sSubPr>
                                    <m:e>
                                      <m:r>
                                        <a:rPr lang="en-US" sz="2600" i="1">
                                          <a:latin typeface="Cambria Math" panose="02040503050406030204" pitchFamily="18" charset="0"/>
                                        </a:rPr>
                                        <m:t>𝑛</m:t>
                                      </m:r>
                                    </m:e>
                                    <m:sub>
                                      <m:r>
                                        <a:rPr lang="en-US" sz="2600" b="0" i="1" smtClean="0">
                                          <a:latin typeface="Cambria Math" panose="02040503050406030204" pitchFamily="18" charset="0"/>
                                        </a:rPr>
                                        <m:t>2</m:t>
                                      </m:r>
                                    </m:sub>
                                  </m:sSub>
                                </m:den>
                              </m:f>
                            </m:e>
                          </m:rad>
                        </m:den>
                      </m:f>
                      <m:r>
                        <a:rPr lang="en-US" sz="2600" b="0" i="1" smtClean="0">
                          <a:effectLst/>
                          <a:latin typeface="Cambria Math" panose="02040503050406030204" pitchFamily="18" charset="0"/>
                        </a:rPr>
                        <m:t>,  </m:t>
                      </m:r>
                      <m:r>
                        <a:rPr lang="en-US" sz="2600" b="0" i="1" smtClean="0">
                          <a:effectLst/>
                          <a:latin typeface="Cambria Math" panose="02040503050406030204" pitchFamily="18" charset="0"/>
                        </a:rPr>
                        <m:t>𝑠</m:t>
                      </m:r>
                      <m:r>
                        <a:rPr lang="en-US" sz="2600" b="0" i="1" smtClean="0">
                          <a:effectLst/>
                          <a:latin typeface="Cambria Math" panose="02040503050406030204" pitchFamily="18" charset="0"/>
                        </a:rPr>
                        <m:t>=</m:t>
                      </m:r>
                      <m:f>
                        <m:fPr>
                          <m:ctrlPr>
                            <a:rPr lang="en-US" sz="2600" b="0" i="1" smtClean="0">
                              <a:effectLst/>
                              <a:latin typeface="Cambria Math" panose="02040503050406030204" pitchFamily="18" charset="0"/>
                            </a:rPr>
                          </m:ctrlPr>
                        </m:fPr>
                        <m:num>
                          <m:nary>
                            <m:naryPr>
                              <m:chr m:val="∑"/>
                              <m:ctrlPr>
                                <a:rPr lang="en-US" sz="2600" i="1">
                                  <a:latin typeface="Cambria Math" panose="02040503050406030204" pitchFamily="18" charset="0"/>
                                </a:rPr>
                              </m:ctrlPr>
                            </m:naryPr>
                            <m:sub>
                              <m:r>
                                <a:rPr lang="en-US" sz="2600" i="1">
                                  <a:latin typeface="Cambria Math" panose="02040503050406030204" pitchFamily="18" charset="0"/>
                                </a:rPr>
                                <m:t>𝑡</m:t>
                              </m:r>
                              <m:r>
                                <a:rPr lang="en-US" sz="2600" i="1">
                                  <a:latin typeface="Cambria Math" panose="02040503050406030204" pitchFamily="18" charset="0"/>
                                </a:rPr>
                                <m:t>=1</m:t>
                              </m:r>
                            </m:sub>
                            <m:sup>
                              <m:r>
                                <a:rPr lang="en-US" sz="2600" i="1">
                                  <a:latin typeface="Cambria Math" panose="02040503050406030204" pitchFamily="18" charset="0"/>
                                </a:rPr>
                                <m:t>𝑛</m:t>
                              </m:r>
                            </m:sup>
                            <m:e>
                              <m:sSup>
                                <m:sSupPr>
                                  <m:ctrlPr>
                                    <a:rPr lang="en-US" sz="2600" b="0" i="1" smtClean="0">
                                      <a:latin typeface="Cambria Math" panose="02040503050406030204" pitchFamily="18" charset="0"/>
                                    </a:rPr>
                                  </m:ctrlPr>
                                </m:sSupPr>
                                <m:e>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𝑋</m:t>
                                          </m:r>
                                        </m:e>
                                        <m:sub>
                                          <m:r>
                                            <a:rPr lang="en-US" sz="2600" i="1">
                                              <a:latin typeface="Cambria Math" panose="02040503050406030204" pitchFamily="18" charset="0"/>
                                            </a:rPr>
                                            <m:t>𝑡</m:t>
                                          </m:r>
                                        </m:sub>
                                      </m:sSub>
                                      <m:r>
                                        <a:rPr lang="en-US" sz="2600" i="1">
                                          <a:latin typeface="Cambria Math" panose="02040503050406030204" pitchFamily="18" charset="0"/>
                                        </a:rPr>
                                        <m:t>−</m:t>
                                      </m:r>
                                      <m:bar>
                                        <m:barPr>
                                          <m:pos m:val="top"/>
                                          <m:ctrlPr>
                                            <a:rPr lang="en-US" sz="2600" i="1">
                                              <a:latin typeface="Cambria Math" panose="02040503050406030204" pitchFamily="18" charset="0"/>
                                            </a:rPr>
                                          </m:ctrlPr>
                                        </m:barPr>
                                        <m:e>
                                          <m:r>
                                            <a:rPr lang="en-US" sz="2600" i="1">
                                              <a:latin typeface="Cambria Math" panose="02040503050406030204" pitchFamily="18" charset="0"/>
                                            </a:rPr>
                                            <m:t>𝑋</m:t>
                                          </m:r>
                                        </m:e>
                                      </m:bar>
                                    </m:e>
                                  </m:d>
                                </m:e>
                                <m:sup>
                                  <m:r>
                                    <a:rPr lang="en-US" sz="2600" b="0" i="1" smtClean="0">
                                      <a:latin typeface="Cambria Math" panose="02040503050406030204" pitchFamily="18" charset="0"/>
                                    </a:rPr>
                                    <m:t>2</m:t>
                                  </m:r>
                                </m:sup>
                              </m:sSup>
                            </m:e>
                          </m:nary>
                        </m:num>
                        <m:den>
                          <m:r>
                            <a:rPr lang="en-US" sz="2600" b="0" i="1" smtClean="0">
                              <a:effectLst/>
                              <a:latin typeface="Cambria Math" panose="02040503050406030204" pitchFamily="18" charset="0"/>
                            </a:rPr>
                            <m:t>𝑛</m:t>
                          </m:r>
                          <m:r>
                            <a:rPr lang="en-US" sz="2600" b="0" i="1" smtClean="0">
                              <a:effectLst/>
                              <a:latin typeface="Cambria Math" panose="02040503050406030204" pitchFamily="18" charset="0"/>
                            </a:rPr>
                            <m:t>−1</m:t>
                          </m:r>
                        </m:den>
                      </m:f>
                    </m:oMath>
                  </m:oMathPara>
                </a14:m>
                <a:endParaRPr lang="en-US" sz="2600" b="0" i="0" dirty="0">
                  <a:effectLst/>
                </a:endParaRPr>
              </a:p>
              <a:p>
                <a:pPr marL="0" indent="0">
                  <a:buNone/>
                </a:pPr>
                <a:endParaRPr lang="en-US" sz="2600" b="0" i="0" dirty="0">
                  <a:effectLst/>
                </a:endParaRPr>
              </a:p>
              <a:p>
                <a:pPr marL="0" indent="0" algn="ctr">
                  <a:buNone/>
                </a:pPr>
                <a14:m>
                  <m:oMath xmlns:m="http://schemas.openxmlformats.org/officeDocument/2006/math">
                    <m:r>
                      <a:rPr lang="en-US" sz="2600" b="0" i="1" smtClean="0">
                        <a:latin typeface="Cambria Math" panose="02040503050406030204" pitchFamily="18" charset="0"/>
                      </a:rPr>
                      <m:t>𝑡</m:t>
                    </m:r>
                    <m:r>
                      <a:rPr lang="en-US" sz="2600" b="0" i="1" smtClean="0">
                        <a:latin typeface="Cambria Math" panose="02040503050406030204" pitchFamily="18" charset="0"/>
                      </a:rPr>
                      <m:t>∼</m:t>
                    </m:r>
                    <m:r>
                      <a:rPr lang="en-US" sz="2600" b="0" i="1" smtClean="0">
                        <a:latin typeface="Cambria Math" panose="02040503050406030204" pitchFamily="18" charset="0"/>
                      </a:rPr>
                      <m:t>𝑡</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𝑑𝑓</m:t>
                        </m:r>
                      </m:e>
                    </m:d>
                    <m:r>
                      <a:rPr lang="en-US" sz="2600" b="0" i="1" smtClean="0">
                        <a:latin typeface="Cambria Math" panose="02040503050406030204" pitchFamily="18" charset="0"/>
                      </a:rPr>
                      <m:t>,  </m:t>
                    </m:r>
                    <m:r>
                      <a:rPr lang="en-US" sz="2600" i="1" dirty="0" smtClean="0">
                        <a:latin typeface="Cambria Math" panose="02040503050406030204" pitchFamily="18" charset="0"/>
                      </a:rPr>
                      <m:t>𝑑</m:t>
                    </m:r>
                    <m:r>
                      <a:rPr lang="en-US" sz="2600" i="1" dirty="0" err="1" smtClean="0">
                        <a:latin typeface="Cambria Math" panose="02040503050406030204" pitchFamily="18" charset="0"/>
                      </a:rPr>
                      <m:t>𝑓</m:t>
                    </m:r>
                    <m:r>
                      <a:rPr lang="en-US" sz="2600" i="1" dirty="0" smtClean="0">
                        <a:latin typeface="Cambria Math" panose="02040503050406030204" pitchFamily="18" charset="0"/>
                      </a:rPr>
                      <m:t> =</m:t>
                    </m:r>
                    <m:f>
                      <m:fPr>
                        <m:ctrlPr>
                          <a:rPr lang="en-US" sz="2600" i="1" dirty="0" smtClean="0">
                            <a:latin typeface="Cambria Math" panose="02040503050406030204" pitchFamily="18" charset="0"/>
                          </a:rPr>
                        </m:ctrlPr>
                      </m:fPr>
                      <m:num>
                        <m:sSup>
                          <m:sSupPr>
                            <m:ctrlPr>
                              <a:rPr lang="en-US" sz="2600" b="0" i="1" dirty="0" smtClean="0">
                                <a:latin typeface="Cambria Math" panose="02040503050406030204" pitchFamily="18" charset="0"/>
                              </a:rPr>
                            </m:ctrlPr>
                          </m:sSupPr>
                          <m:e>
                            <m:d>
                              <m:dPr>
                                <m:ctrlPr>
                                  <a:rPr lang="en-US" sz="2600" i="1" dirty="0" smtClean="0">
                                    <a:latin typeface="Cambria Math" panose="02040503050406030204" pitchFamily="18" charset="0"/>
                                  </a:rPr>
                                </m:ctrlPr>
                              </m:dPr>
                              <m:e>
                                <m:f>
                                  <m:fPr>
                                    <m:ctrlPr>
                                      <a:rPr lang="en-US" sz="2600" i="1">
                                        <a:latin typeface="Cambria Math" panose="02040503050406030204" pitchFamily="18" charset="0"/>
                                      </a:rPr>
                                    </m:ctrlPr>
                                  </m:fPr>
                                  <m:num>
                                    <m:sSubSup>
                                      <m:sSubSupPr>
                                        <m:ctrlPr>
                                          <a:rPr lang="en-US" sz="2600" i="1">
                                            <a:latin typeface="Cambria Math" panose="02040503050406030204" pitchFamily="18" charset="0"/>
                                          </a:rPr>
                                        </m:ctrlPr>
                                      </m:sSubSupPr>
                                      <m:e>
                                        <m:r>
                                          <a:rPr lang="en-US" sz="2600" i="1">
                                            <a:latin typeface="Cambria Math" panose="02040503050406030204" pitchFamily="18" charset="0"/>
                                          </a:rPr>
                                          <m:t>𝑠</m:t>
                                        </m:r>
                                      </m:e>
                                      <m:sub>
                                        <m:r>
                                          <a:rPr lang="en-US" sz="2600" i="1">
                                            <a:latin typeface="Cambria Math" panose="02040503050406030204" pitchFamily="18" charset="0"/>
                                          </a:rPr>
                                          <m:t>1</m:t>
                                        </m:r>
                                      </m:sub>
                                      <m:sup>
                                        <m:r>
                                          <a:rPr lang="en-US" sz="2600" i="1">
                                            <a:latin typeface="Cambria Math" panose="02040503050406030204" pitchFamily="18" charset="0"/>
                                          </a:rPr>
                                          <m:t>2</m:t>
                                        </m:r>
                                      </m:sup>
                                    </m:sSubSup>
                                  </m:num>
                                  <m:den>
                                    <m:sSub>
                                      <m:sSubPr>
                                        <m:ctrlPr>
                                          <a:rPr lang="en-US" sz="2600" i="1">
                                            <a:latin typeface="Cambria Math" panose="02040503050406030204" pitchFamily="18" charset="0"/>
                                          </a:rPr>
                                        </m:ctrlPr>
                                      </m:sSubPr>
                                      <m:e>
                                        <m:r>
                                          <a:rPr lang="en-US" sz="2600" i="1">
                                            <a:latin typeface="Cambria Math" panose="02040503050406030204" pitchFamily="18" charset="0"/>
                                          </a:rPr>
                                          <m:t>𝑛</m:t>
                                        </m:r>
                                      </m:e>
                                      <m:sub>
                                        <m:r>
                                          <a:rPr lang="en-US" sz="2600" i="1">
                                            <a:latin typeface="Cambria Math" panose="02040503050406030204" pitchFamily="18" charset="0"/>
                                          </a:rPr>
                                          <m:t>1</m:t>
                                        </m:r>
                                      </m:sub>
                                    </m:sSub>
                                  </m:den>
                                </m:f>
                                <m:r>
                                  <a:rPr lang="en-US" sz="2600" i="1">
                                    <a:latin typeface="Cambria Math" panose="02040503050406030204" pitchFamily="18" charset="0"/>
                                  </a:rPr>
                                  <m:t>+</m:t>
                                </m:r>
                                <m:f>
                                  <m:fPr>
                                    <m:ctrlPr>
                                      <a:rPr lang="en-US" sz="2600" i="1">
                                        <a:latin typeface="Cambria Math" panose="02040503050406030204" pitchFamily="18" charset="0"/>
                                      </a:rPr>
                                    </m:ctrlPr>
                                  </m:fPr>
                                  <m:num>
                                    <m:sSubSup>
                                      <m:sSubSupPr>
                                        <m:ctrlPr>
                                          <a:rPr lang="en-US" sz="2600" i="1">
                                            <a:latin typeface="Cambria Math" panose="02040503050406030204" pitchFamily="18" charset="0"/>
                                          </a:rPr>
                                        </m:ctrlPr>
                                      </m:sSubSupPr>
                                      <m:e>
                                        <m:r>
                                          <a:rPr lang="en-US" sz="2600" i="1">
                                            <a:latin typeface="Cambria Math" panose="02040503050406030204" pitchFamily="18" charset="0"/>
                                          </a:rPr>
                                          <m:t>𝑠</m:t>
                                        </m:r>
                                      </m:e>
                                      <m:sub>
                                        <m:r>
                                          <a:rPr lang="en-US" sz="2600" i="1">
                                            <a:latin typeface="Cambria Math" panose="02040503050406030204" pitchFamily="18" charset="0"/>
                                          </a:rPr>
                                          <m:t>2</m:t>
                                        </m:r>
                                      </m:sub>
                                      <m:sup>
                                        <m:r>
                                          <a:rPr lang="en-US" sz="2600" i="1">
                                            <a:latin typeface="Cambria Math" panose="02040503050406030204" pitchFamily="18" charset="0"/>
                                          </a:rPr>
                                          <m:t>2</m:t>
                                        </m:r>
                                      </m:sup>
                                    </m:sSubSup>
                                  </m:num>
                                  <m:den>
                                    <m:sSub>
                                      <m:sSubPr>
                                        <m:ctrlPr>
                                          <a:rPr lang="en-US" sz="2600" i="1">
                                            <a:latin typeface="Cambria Math" panose="02040503050406030204" pitchFamily="18" charset="0"/>
                                          </a:rPr>
                                        </m:ctrlPr>
                                      </m:sSubPr>
                                      <m:e>
                                        <m:r>
                                          <a:rPr lang="en-US" sz="2600" i="1">
                                            <a:latin typeface="Cambria Math" panose="02040503050406030204" pitchFamily="18" charset="0"/>
                                          </a:rPr>
                                          <m:t>𝑛</m:t>
                                        </m:r>
                                      </m:e>
                                      <m:sub>
                                        <m:r>
                                          <a:rPr lang="en-US" sz="2600" i="1">
                                            <a:latin typeface="Cambria Math" panose="02040503050406030204" pitchFamily="18" charset="0"/>
                                          </a:rPr>
                                          <m:t>2</m:t>
                                        </m:r>
                                      </m:sub>
                                    </m:sSub>
                                  </m:den>
                                </m:f>
                              </m:e>
                            </m:d>
                          </m:e>
                          <m:sup>
                            <m:r>
                              <a:rPr lang="en-US" sz="2600" b="0" i="1" dirty="0" smtClean="0">
                                <a:latin typeface="Cambria Math" panose="02040503050406030204" pitchFamily="18" charset="0"/>
                              </a:rPr>
                              <m:t>2</m:t>
                            </m:r>
                          </m:sup>
                        </m:sSup>
                      </m:num>
                      <m:den>
                        <m:f>
                          <m:fPr>
                            <m:ctrlPr>
                              <a:rPr lang="en-US" sz="2600" b="0" i="1" dirty="0" smtClean="0">
                                <a:latin typeface="Cambria Math" panose="02040503050406030204" pitchFamily="18" charset="0"/>
                              </a:rPr>
                            </m:ctrlPr>
                          </m:fPr>
                          <m:num>
                            <m:r>
                              <a:rPr lang="en-US" sz="2600" b="0" i="1" dirty="0" smtClean="0">
                                <a:latin typeface="Cambria Math" panose="02040503050406030204" pitchFamily="18" charset="0"/>
                              </a:rPr>
                              <m:t>1</m:t>
                            </m:r>
                          </m:num>
                          <m:den>
                            <m:sSub>
                              <m:sSubPr>
                                <m:ctrlPr>
                                  <a:rPr lang="en-US" sz="2600" b="0" i="1" dirty="0" smtClean="0">
                                    <a:latin typeface="Cambria Math" panose="02040503050406030204" pitchFamily="18" charset="0"/>
                                  </a:rPr>
                                </m:ctrlPr>
                              </m:sSubPr>
                              <m:e>
                                <m:r>
                                  <a:rPr lang="en-US" sz="2600" b="0" i="1" dirty="0" smtClean="0">
                                    <a:latin typeface="Cambria Math" panose="02040503050406030204" pitchFamily="18" charset="0"/>
                                  </a:rPr>
                                  <m:t>𝑛</m:t>
                                </m:r>
                              </m:e>
                              <m:sub>
                                <m:r>
                                  <a:rPr lang="en-US" sz="2600" b="0" i="1" dirty="0" smtClean="0">
                                    <a:latin typeface="Cambria Math" panose="02040503050406030204" pitchFamily="18" charset="0"/>
                                  </a:rPr>
                                  <m:t>1</m:t>
                                </m:r>
                              </m:sub>
                            </m:sSub>
                            <m:r>
                              <a:rPr lang="en-US" sz="2600" b="0" i="1" dirty="0" smtClean="0">
                                <a:latin typeface="Cambria Math" panose="02040503050406030204" pitchFamily="18" charset="0"/>
                              </a:rPr>
                              <m:t>−1</m:t>
                            </m:r>
                          </m:den>
                        </m:f>
                        <m:sSup>
                          <m:sSupPr>
                            <m:ctrlPr>
                              <a:rPr lang="en-US" sz="2600" b="0" i="1" dirty="0" smtClean="0">
                                <a:latin typeface="Cambria Math" panose="02040503050406030204" pitchFamily="18" charset="0"/>
                              </a:rPr>
                            </m:ctrlPr>
                          </m:sSupPr>
                          <m:e>
                            <m:d>
                              <m:dPr>
                                <m:ctrlPr>
                                  <a:rPr lang="en-US" sz="2600" b="0" i="1" dirty="0" smtClean="0">
                                    <a:latin typeface="Cambria Math" panose="02040503050406030204" pitchFamily="18" charset="0"/>
                                  </a:rPr>
                                </m:ctrlPr>
                              </m:dPr>
                              <m:e>
                                <m:f>
                                  <m:fPr>
                                    <m:ctrlPr>
                                      <a:rPr lang="en-US" sz="2600" i="1">
                                        <a:latin typeface="Cambria Math" panose="02040503050406030204" pitchFamily="18" charset="0"/>
                                      </a:rPr>
                                    </m:ctrlPr>
                                  </m:fPr>
                                  <m:num>
                                    <m:sSubSup>
                                      <m:sSubSupPr>
                                        <m:ctrlPr>
                                          <a:rPr lang="en-US" sz="2600" i="1">
                                            <a:latin typeface="Cambria Math" panose="02040503050406030204" pitchFamily="18" charset="0"/>
                                          </a:rPr>
                                        </m:ctrlPr>
                                      </m:sSubSupPr>
                                      <m:e>
                                        <m:r>
                                          <a:rPr lang="en-US" sz="2600" i="1">
                                            <a:latin typeface="Cambria Math" panose="02040503050406030204" pitchFamily="18" charset="0"/>
                                          </a:rPr>
                                          <m:t>𝑠</m:t>
                                        </m:r>
                                      </m:e>
                                      <m:sub>
                                        <m:r>
                                          <a:rPr lang="en-US" sz="2600" i="1">
                                            <a:latin typeface="Cambria Math" panose="02040503050406030204" pitchFamily="18" charset="0"/>
                                          </a:rPr>
                                          <m:t>1</m:t>
                                        </m:r>
                                      </m:sub>
                                      <m:sup>
                                        <m:r>
                                          <a:rPr lang="en-US" sz="2600" i="1">
                                            <a:latin typeface="Cambria Math" panose="02040503050406030204" pitchFamily="18" charset="0"/>
                                          </a:rPr>
                                          <m:t>2</m:t>
                                        </m:r>
                                      </m:sup>
                                    </m:sSubSup>
                                  </m:num>
                                  <m:den>
                                    <m:sSub>
                                      <m:sSubPr>
                                        <m:ctrlPr>
                                          <a:rPr lang="en-US" sz="2600" i="1">
                                            <a:latin typeface="Cambria Math" panose="02040503050406030204" pitchFamily="18" charset="0"/>
                                          </a:rPr>
                                        </m:ctrlPr>
                                      </m:sSubPr>
                                      <m:e>
                                        <m:r>
                                          <a:rPr lang="en-US" sz="2600" i="1">
                                            <a:latin typeface="Cambria Math" panose="02040503050406030204" pitchFamily="18" charset="0"/>
                                          </a:rPr>
                                          <m:t>𝑛</m:t>
                                        </m:r>
                                      </m:e>
                                      <m:sub>
                                        <m:r>
                                          <a:rPr lang="en-US" sz="2600" i="1">
                                            <a:latin typeface="Cambria Math" panose="02040503050406030204" pitchFamily="18" charset="0"/>
                                          </a:rPr>
                                          <m:t>1</m:t>
                                        </m:r>
                                      </m:sub>
                                    </m:sSub>
                                  </m:den>
                                </m:f>
                              </m:e>
                            </m:d>
                          </m:e>
                          <m:sup>
                            <m:r>
                              <a:rPr lang="en-US" sz="2600" b="0" i="1" dirty="0" smtClean="0">
                                <a:latin typeface="Cambria Math" panose="02040503050406030204" pitchFamily="18" charset="0"/>
                              </a:rPr>
                              <m:t>2</m:t>
                            </m:r>
                          </m:sup>
                        </m:sSup>
                        <m:r>
                          <a:rPr lang="en-US" sz="2600" b="0" i="1" dirty="0" smtClean="0">
                            <a:latin typeface="Cambria Math" panose="02040503050406030204" pitchFamily="18" charset="0"/>
                          </a:rPr>
                          <m:t>+</m:t>
                        </m:r>
                        <m:f>
                          <m:fPr>
                            <m:ctrlPr>
                              <a:rPr lang="en-US" sz="2600" i="1" dirty="0">
                                <a:latin typeface="Cambria Math" panose="02040503050406030204" pitchFamily="18" charset="0"/>
                              </a:rPr>
                            </m:ctrlPr>
                          </m:fPr>
                          <m:num>
                            <m:r>
                              <a:rPr lang="en-US" sz="2600" i="1" dirty="0">
                                <a:latin typeface="Cambria Math" panose="02040503050406030204" pitchFamily="18" charset="0"/>
                              </a:rPr>
                              <m:t>1</m:t>
                            </m:r>
                          </m:num>
                          <m:den>
                            <m:sSub>
                              <m:sSubPr>
                                <m:ctrlPr>
                                  <a:rPr lang="en-US" sz="2600" i="1" dirty="0">
                                    <a:latin typeface="Cambria Math" panose="02040503050406030204" pitchFamily="18" charset="0"/>
                                  </a:rPr>
                                </m:ctrlPr>
                              </m:sSubPr>
                              <m:e>
                                <m:r>
                                  <a:rPr lang="en-US" sz="2600" i="1" dirty="0">
                                    <a:latin typeface="Cambria Math" panose="02040503050406030204" pitchFamily="18" charset="0"/>
                                  </a:rPr>
                                  <m:t>𝑛</m:t>
                                </m:r>
                              </m:e>
                              <m:sub>
                                <m:r>
                                  <a:rPr lang="en-US" sz="2600" b="0" i="1" dirty="0" smtClean="0">
                                    <a:latin typeface="Cambria Math" panose="02040503050406030204" pitchFamily="18" charset="0"/>
                                  </a:rPr>
                                  <m:t>2</m:t>
                                </m:r>
                              </m:sub>
                            </m:sSub>
                            <m:r>
                              <a:rPr lang="en-US" sz="2600" i="1" dirty="0">
                                <a:latin typeface="Cambria Math" panose="02040503050406030204" pitchFamily="18" charset="0"/>
                              </a:rPr>
                              <m:t>−1</m:t>
                            </m:r>
                          </m:den>
                        </m:f>
                        <m:sSup>
                          <m:sSupPr>
                            <m:ctrlPr>
                              <a:rPr lang="en-US" sz="2600" i="1" dirty="0">
                                <a:latin typeface="Cambria Math" panose="02040503050406030204" pitchFamily="18" charset="0"/>
                              </a:rPr>
                            </m:ctrlPr>
                          </m:sSupPr>
                          <m:e>
                            <m:d>
                              <m:dPr>
                                <m:ctrlPr>
                                  <a:rPr lang="en-US" sz="2600" i="1" dirty="0">
                                    <a:latin typeface="Cambria Math" panose="02040503050406030204" pitchFamily="18" charset="0"/>
                                  </a:rPr>
                                </m:ctrlPr>
                              </m:dPr>
                              <m:e>
                                <m:f>
                                  <m:fPr>
                                    <m:ctrlPr>
                                      <a:rPr lang="en-US" sz="2600" i="1">
                                        <a:latin typeface="Cambria Math" panose="02040503050406030204" pitchFamily="18" charset="0"/>
                                      </a:rPr>
                                    </m:ctrlPr>
                                  </m:fPr>
                                  <m:num>
                                    <m:sSubSup>
                                      <m:sSubSupPr>
                                        <m:ctrlPr>
                                          <a:rPr lang="en-US" sz="2600" i="1">
                                            <a:latin typeface="Cambria Math" panose="02040503050406030204" pitchFamily="18" charset="0"/>
                                          </a:rPr>
                                        </m:ctrlPr>
                                      </m:sSubSupPr>
                                      <m:e>
                                        <m:r>
                                          <a:rPr lang="en-US" sz="2600" i="1">
                                            <a:latin typeface="Cambria Math" panose="02040503050406030204" pitchFamily="18" charset="0"/>
                                          </a:rPr>
                                          <m:t>𝑠</m:t>
                                        </m:r>
                                      </m:e>
                                      <m:sub>
                                        <m:r>
                                          <a:rPr lang="en-US" sz="2600" b="0" i="1" smtClean="0">
                                            <a:latin typeface="Cambria Math" panose="02040503050406030204" pitchFamily="18" charset="0"/>
                                          </a:rPr>
                                          <m:t>2</m:t>
                                        </m:r>
                                      </m:sub>
                                      <m:sup>
                                        <m:r>
                                          <a:rPr lang="en-US" sz="2600" i="1">
                                            <a:latin typeface="Cambria Math" panose="02040503050406030204" pitchFamily="18" charset="0"/>
                                          </a:rPr>
                                          <m:t>2</m:t>
                                        </m:r>
                                      </m:sup>
                                    </m:sSubSup>
                                  </m:num>
                                  <m:den>
                                    <m:sSub>
                                      <m:sSubPr>
                                        <m:ctrlPr>
                                          <a:rPr lang="en-US" sz="2600" i="1">
                                            <a:latin typeface="Cambria Math" panose="02040503050406030204" pitchFamily="18" charset="0"/>
                                          </a:rPr>
                                        </m:ctrlPr>
                                      </m:sSubPr>
                                      <m:e>
                                        <m:r>
                                          <a:rPr lang="en-US" sz="2600" i="1">
                                            <a:latin typeface="Cambria Math" panose="02040503050406030204" pitchFamily="18" charset="0"/>
                                          </a:rPr>
                                          <m:t>𝑛</m:t>
                                        </m:r>
                                      </m:e>
                                      <m:sub>
                                        <m:r>
                                          <a:rPr lang="en-US" sz="2600" b="0" i="1" smtClean="0">
                                            <a:latin typeface="Cambria Math" panose="02040503050406030204" pitchFamily="18" charset="0"/>
                                          </a:rPr>
                                          <m:t>2</m:t>
                                        </m:r>
                                      </m:sub>
                                    </m:sSub>
                                  </m:den>
                                </m:f>
                              </m:e>
                            </m:d>
                          </m:e>
                          <m:sup>
                            <m:r>
                              <a:rPr lang="en-US" sz="2600" i="1" dirty="0">
                                <a:latin typeface="Cambria Math" panose="02040503050406030204" pitchFamily="18" charset="0"/>
                              </a:rPr>
                              <m:t>2</m:t>
                            </m:r>
                          </m:sup>
                        </m:sSup>
                      </m:den>
                    </m:f>
                  </m:oMath>
                </a14:m>
                <a:r>
                  <a:rPr lang="en-US" sz="2600" dirty="0"/>
                  <a:t> </a:t>
                </a:r>
                <a:endParaRPr lang="en-US" sz="2600" b="0" i="0" dirty="0">
                  <a:effectLst/>
                </a:endParaRPr>
              </a:p>
            </p:txBody>
          </p:sp>
        </mc:Choice>
        <mc:Fallback xmlns="">
          <p:sp>
            <p:nvSpPr>
              <p:cNvPr id="3" name="Объект 2">
                <a:extLst>
                  <a:ext uri="{FF2B5EF4-FFF2-40B4-BE49-F238E27FC236}">
                    <a16:creationId xmlns:a16="http://schemas.microsoft.com/office/drawing/2014/main" id="{049B0C84-6DBF-7230-C04F-A7592A546C83}"/>
                  </a:ext>
                </a:extLst>
              </p:cNvPr>
              <p:cNvSpPr>
                <a:spLocks noGrp="1" noRot="1" noChangeAspect="1" noMove="1" noResize="1" noEditPoints="1" noAdjustHandles="1" noChangeArrowheads="1" noChangeShapeType="1" noTextEdit="1"/>
              </p:cNvSpPr>
              <p:nvPr>
                <p:ph sz="half" idx="1"/>
              </p:nvPr>
            </p:nvSpPr>
            <p:spPr>
              <a:xfrm>
                <a:off x="254643" y="1350233"/>
                <a:ext cx="5765157" cy="4826729"/>
              </a:xfrm>
              <a:blipFill>
                <a:blip r:embed="rId3"/>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5" name="Объект 4">
                <a:extLst>
                  <a:ext uri="{FF2B5EF4-FFF2-40B4-BE49-F238E27FC236}">
                    <a16:creationId xmlns:a16="http://schemas.microsoft.com/office/drawing/2014/main" id="{240251EE-7F53-187B-5028-39240763C8DB}"/>
                  </a:ext>
                </a:extLst>
              </p:cNvPr>
              <p:cNvSpPr>
                <a:spLocks noGrp="1"/>
              </p:cNvSpPr>
              <p:nvPr>
                <p:ph sz="half" idx="2"/>
              </p:nvPr>
            </p:nvSpPr>
            <p:spPr>
              <a:xfrm>
                <a:off x="6172200" y="1350233"/>
                <a:ext cx="5765156" cy="4826730"/>
              </a:xfrm>
            </p:spPr>
            <p:txBody>
              <a:bodyPr>
                <a:normAutofit/>
              </a:bodyPr>
              <a:lstStyle/>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sz="2800" b="0" i="1" smtClean="0">
                          <a:effectLst/>
                          <a:latin typeface="Cambria Math" panose="02040503050406030204" pitchFamily="18" charset="0"/>
                        </a:rPr>
                        <m:t>𝑡</m:t>
                      </m:r>
                      <m:r>
                        <a:rPr lang="en-US" sz="2800" b="0" i="1" smtClean="0">
                          <a:effectLst/>
                          <a:latin typeface="Cambria Math" panose="02040503050406030204" pitchFamily="18" charset="0"/>
                        </a:rPr>
                        <m:t>=</m:t>
                      </m:r>
                      <m:f>
                        <m:fPr>
                          <m:ctrlPr>
                            <a:rPr lang="en-US" sz="2800" b="0" i="1" smtClean="0">
                              <a:effectLst/>
                              <a:latin typeface="Cambria Math" panose="02040503050406030204" pitchFamily="18" charset="0"/>
                            </a:rPr>
                          </m:ctrlPr>
                        </m:fPr>
                        <m:num>
                          <m:sSub>
                            <m:sSubPr>
                              <m:ctrlPr>
                                <a:rPr lang="en-US" sz="2800" b="0" i="1" smtClean="0">
                                  <a:effectLst/>
                                  <a:latin typeface="Cambria Math" panose="02040503050406030204" pitchFamily="18" charset="0"/>
                                </a:rPr>
                              </m:ctrlPr>
                            </m:sSubPr>
                            <m:e>
                              <m:r>
                                <a:rPr lang="en-US" sz="2800" b="0" i="1" smtClean="0">
                                  <a:effectLst/>
                                  <a:latin typeface="Cambria Math" panose="02040503050406030204" pitchFamily="18" charset="0"/>
                                </a:rPr>
                                <m:t>𝜇</m:t>
                              </m:r>
                            </m:e>
                            <m:sub>
                              <m:r>
                                <a:rPr lang="en-US" sz="2800" b="0" i="1" smtClean="0">
                                  <a:effectLst/>
                                  <a:latin typeface="Cambria Math" panose="02040503050406030204" pitchFamily="18" charset="0"/>
                                </a:rPr>
                                <m:t>1</m:t>
                              </m:r>
                            </m:sub>
                          </m:sSub>
                          <m:r>
                            <a:rPr lang="en-US" sz="2800" b="0" i="1" smtClean="0">
                              <a:effectLs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b="0" i="1" smtClean="0">
                                  <a:latin typeface="Cambria Math" panose="02040503050406030204" pitchFamily="18" charset="0"/>
                                </a:rPr>
                                <m:t>2</m:t>
                              </m:r>
                            </m:sub>
                          </m:sSub>
                        </m:num>
                        <m:den>
                          <m:rad>
                            <m:radPr>
                              <m:degHide m:val="on"/>
                              <m:ctrlPr>
                                <a:rPr lang="en-US" sz="2800" b="0" i="1" smtClean="0">
                                  <a:effectLst/>
                                  <a:latin typeface="Cambria Math" panose="02040503050406030204" pitchFamily="18" charset="0"/>
                                </a:rPr>
                              </m:ctrlPr>
                            </m:radPr>
                            <m:deg/>
                            <m:e>
                              <m:f>
                                <m:fPr>
                                  <m:ctrlPr>
                                    <a:rPr lang="en-US" sz="2800" b="0" i="1" smtClean="0">
                                      <a:effectLst/>
                                      <a:latin typeface="Cambria Math" panose="02040503050406030204" pitchFamily="18" charset="0"/>
                                    </a:rPr>
                                  </m:ctrlPr>
                                </m:fPr>
                                <m:num>
                                  <m:sSubSup>
                                    <m:sSubSupPr>
                                      <m:ctrlPr>
                                        <a:rPr lang="en-US" sz="2800" b="0" i="1" smtClean="0">
                                          <a:effectLst/>
                                          <a:latin typeface="Cambria Math" panose="02040503050406030204" pitchFamily="18" charset="0"/>
                                        </a:rPr>
                                      </m:ctrlPr>
                                    </m:sSubSupPr>
                                    <m:e>
                                      <m:r>
                                        <a:rPr lang="en-US" sz="2800" b="0" i="1" smtClean="0">
                                          <a:effectLst/>
                                          <a:latin typeface="Cambria Math" panose="02040503050406030204" pitchFamily="18" charset="0"/>
                                        </a:rPr>
                                        <m:t>𝜎</m:t>
                                      </m:r>
                                    </m:e>
                                    <m:sub>
                                      <m:r>
                                        <a:rPr lang="en-US" sz="2800" b="0" i="1" smtClean="0">
                                          <a:effectLst/>
                                          <a:latin typeface="Cambria Math" panose="02040503050406030204" pitchFamily="18" charset="0"/>
                                        </a:rPr>
                                        <m:t>1</m:t>
                                      </m:r>
                                    </m:sub>
                                    <m:sup>
                                      <m:r>
                                        <a:rPr lang="en-US" sz="2800" b="0" i="1" smtClean="0">
                                          <a:effectLst/>
                                          <a:latin typeface="Cambria Math" panose="02040503050406030204" pitchFamily="18" charset="0"/>
                                        </a:rPr>
                                        <m:t>2</m:t>
                                      </m:r>
                                    </m:sup>
                                  </m:sSubSup>
                                </m:num>
                                <m:den>
                                  <m:sSub>
                                    <m:sSubPr>
                                      <m:ctrlPr>
                                        <a:rPr lang="en-US" sz="2800" b="0" i="1" smtClean="0">
                                          <a:effectLst/>
                                          <a:latin typeface="Cambria Math" panose="02040503050406030204" pitchFamily="18" charset="0"/>
                                        </a:rPr>
                                      </m:ctrlPr>
                                    </m:sSubPr>
                                    <m:e>
                                      <m:r>
                                        <a:rPr lang="en-US" sz="2800" b="0" i="1" smtClean="0">
                                          <a:effectLst/>
                                          <a:latin typeface="Cambria Math" panose="02040503050406030204" pitchFamily="18" charset="0"/>
                                        </a:rPr>
                                        <m:t>𝑛</m:t>
                                      </m:r>
                                    </m:e>
                                    <m:sub>
                                      <m:r>
                                        <a:rPr lang="en-US" sz="2800" b="0" i="1" smtClean="0">
                                          <a:effectLst/>
                                          <a:latin typeface="Cambria Math" panose="02040503050406030204" pitchFamily="18" charset="0"/>
                                        </a:rPr>
                                        <m:t>1</m:t>
                                      </m:r>
                                    </m:sub>
                                  </m:sSub>
                                </m:den>
                              </m:f>
                              <m:r>
                                <a:rPr lang="en-US" sz="2800" b="0" i="1" smtClean="0">
                                  <a:effectLst/>
                                  <a:latin typeface="Cambria Math" panose="02040503050406030204" pitchFamily="18" charset="0"/>
                                </a:rPr>
                                <m:t>+</m:t>
                              </m:r>
                              <m:f>
                                <m:fPr>
                                  <m:ctrlPr>
                                    <a:rPr lang="en-US" sz="2800" i="1">
                                      <a:latin typeface="Cambria Math" panose="02040503050406030204" pitchFamily="18" charset="0"/>
                                    </a:rPr>
                                  </m:ctrlPr>
                                </m:fPr>
                                <m:num>
                                  <m:sSubSup>
                                    <m:sSubSupPr>
                                      <m:ctrlPr>
                                        <a:rPr lang="en-US" sz="2800" i="1">
                                          <a:latin typeface="Cambria Math" panose="02040503050406030204" pitchFamily="18" charset="0"/>
                                        </a:rPr>
                                      </m:ctrlPr>
                                    </m:sSubSupPr>
                                    <m:e>
                                      <m:r>
                                        <a:rPr lang="en-US" i="1">
                                          <a:latin typeface="Cambria Math" panose="02040503050406030204" pitchFamily="18" charset="0"/>
                                        </a:rPr>
                                        <m:t>𝜎</m:t>
                                      </m:r>
                                    </m:e>
                                    <m:sub>
                                      <m:r>
                                        <a:rPr lang="en-US" sz="2800" b="0" i="1" smtClean="0">
                                          <a:latin typeface="Cambria Math" panose="02040503050406030204" pitchFamily="18" charset="0"/>
                                        </a:rPr>
                                        <m:t>2</m:t>
                                      </m:r>
                                    </m:sub>
                                    <m:sup>
                                      <m:r>
                                        <a:rPr lang="en-US" sz="2800" i="1">
                                          <a:latin typeface="Cambria Math" panose="02040503050406030204" pitchFamily="18" charset="0"/>
                                        </a:rPr>
                                        <m:t>2</m:t>
                                      </m:r>
                                    </m:sup>
                                  </m:sSubSup>
                                </m:num>
                                <m:den>
                                  <m:sSub>
                                    <m:sSubPr>
                                      <m:ctrlPr>
                                        <a:rPr lang="en-US" sz="2800" i="1">
                                          <a:latin typeface="Cambria Math" panose="02040503050406030204" pitchFamily="18" charset="0"/>
                                        </a:rPr>
                                      </m:ctrlPr>
                                    </m:sSubPr>
                                    <m:e>
                                      <m:r>
                                        <a:rPr lang="en-US" sz="2800" i="1">
                                          <a:latin typeface="Cambria Math" panose="02040503050406030204" pitchFamily="18" charset="0"/>
                                        </a:rPr>
                                        <m:t>𝑛</m:t>
                                      </m:r>
                                    </m:e>
                                    <m:sub>
                                      <m:r>
                                        <a:rPr lang="en-US" sz="2800" b="0" i="1" smtClean="0">
                                          <a:latin typeface="Cambria Math" panose="02040503050406030204" pitchFamily="18" charset="0"/>
                                        </a:rPr>
                                        <m:t>2</m:t>
                                      </m:r>
                                    </m:sub>
                                  </m:sSub>
                                </m:den>
                              </m:f>
                            </m:e>
                          </m:rad>
                        </m:den>
                      </m:f>
                      <m:r>
                        <a:rPr lang="en-US" sz="2800" b="0" i="1" smtClean="0">
                          <a:effectLst/>
                          <a:latin typeface="Cambria Math" panose="02040503050406030204" pitchFamily="18" charset="0"/>
                        </a:rPr>
                        <m:t>, </m:t>
                      </m:r>
                      <m:r>
                        <a:rPr lang="en-US" sz="2800" b="0" i="1" smtClean="0">
                          <a:effectLst/>
                          <a:latin typeface="Cambria Math" panose="02040503050406030204" pitchFamily="18" charset="0"/>
                        </a:rPr>
                        <m:t>𝜎</m:t>
                      </m:r>
                      <m:r>
                        <a:rPr lang="en-US" sz="2800" b="0" i="1" smtClean="0">
                          <a:effectLst/>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𝜁</m:t>
                          </m:r>
                          <m:r>
                            <a:rPr lang="en-US" i="1">
                              <a:latin typeface="Cambria Math" panose="02040503050406030204" pitchFamily="18" charset="0"/>
                            </a:rPr>
                            <m:t>=1</m:t>
                          </m:r>
                        </m:sub>
                        <m:sup>
                          <m:r>
                            <m:rPr>
                              <m:sty m:val="p"/>
                            </m:rPr>
                            <a:rPr lang="en-US">
                              <a:latin typeface="Cambria Math" panose="02040503050406030204" pitchFamily="18" charset="0"/>
                            </a:rPr>
                            <m:t>Ζ</m:t>
                          </m:r>
                        </m:sup>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𝜁</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e>
                      </m:nary>
                    </m:oMath>
                  </m:oMathPara>
                </a14:m>
                <a:endParaRPr lang="en-US" sz="2800" b="0" i="0" dirty="0">
                  <a:effectLst/>
                </a:endParaRPr>
              </a:p>
              <a:p>
                <a:pPr marL="0" indent="0">
                  <a:buNone/>
                </a:pPr>
                <a:endParaRPr lang="en-US" sz="2800" b="0" i="0" dirty="0">
                  <a:effectLst/>
                </a:endParaRPr>
              </a:p>
              <a:p>
                <a:pPr marL="0" indent="0" algn="ctr">
                  <a:buNone/>
                </a:pPr>
                <a14:m>
                  <m:oMath xmlns:m="http://schemas.openxmlformats.org/officeDocument/2006/math">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𝑡</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𝑑𝑓</m:t>
                        </m:r>
                      </m:e>
                    </m:d>
                    <m:r>
                      <a:rPr lang="en-US" sz="2800" b="0" i="1" smtClean="0">
                        <a:latin typeface="Cambria Math" panose="02040503050406030204" pitchFamily="18" charset="0"/>
                      </a:rPr>
                      <m:t>,  </m:t>
                    </m:r>
                    <m:r>
                      <a:rPr lang="en-US" sz="2800" i="1" dirty="0" smtClean="0">
                        <a:latin typeface="Cambria Math" panose="02040503050406030204" pitchFamily="18" charset="0"/>
                      </a:rPr>
                      <m:t>𝑑</m:t>
                    </m:r>
                    <m:r>
                      <a:rPr lang="en-US" sz="2800" i="1" dirty="0" err="1" smtClean="0">
                        <a:latin typeface="Cambria Math" panose="02040503050406030204" pitchFamily="18" charset="0"/>
                      </a:rPr>
                      <m:t>𝑓</m:t>
                    </m:r>
                    <m:r>
                      <a:rPr lang="en-US" sz="2800" i="1" dirty="0" smtClean="0">
                        <a:latin typeface="Cambria Math" panose="02040503050406030204" pitchFamily="18" charset="0"/>
                      </a:rPr>
                      <m:t> =</m:t>
                    </m:r>
                    <m:f>
                      <m:fPr>
                        <m:ctrlPr>
                          <a:rPr lang="en-US" sz="2800" i="1" dirty="0" smtClean="0">
                            <a:latin typeface="Cambria Math" panose="02040503050406030204" pitchFamily="18" charset="0"/>
                          </a:rPr>
                        </m:ctrlPr>
                      </m:fPr>
                      <m:num>
                        <m:sSup>
                          <m:sSupPr>
                            <m:ctrlPr>
                              <a:rPr lang="en-US" sz="2800" b="0" i="1" dirty="0" smtClean="0">
                                <a:latin typeface="Cambria Math" panose="02040503050406030204" pitchFamily="18" charset="0"/>
                              </a:rPr>
                            </m:ctrlPr>
                          </m:sSupPr>
                          <m:e>
                            <m:d>
                              <m:dPr>
                                <m:ctrlPr>
                                  <a:rPr lang="en-US" sz="2800" i="1" dirty="0" smtClean="0">
                                    <a:latin typeface="Cambria Math" panose="02040503050406030204" pitchFamily="18" charset="0"/>
                                  </a:rPr>
                                </m:ctrlPr>
                              </m:dPr>
                              <m:e>
                                <m:f>
                                  <m:fPr>
                                    <m:ctrlPr>
                                      <a:rPr lang="en-US" sz="2800" i="1">
                                        <a:latin typeface="Cambria Math" panose="02040503050406030204" pitchFamily="18" charset="0"/>
                                      </a:rPr>
                                    </m:ctrlPr>
                                  </m:fPr>
                                  <m:num>
                                    <m:sSubSup>
                                      <m:sSubSupPr>
                                        <m:ctrlPr>
                                          <a:rPr lang="en-US" sz="2800" i="1">
                                            <a:latin typeface="Cambria Math" panose="02040503050406030204" pitchFamily="18" charset="0"/>
                                          </a:rPr>
                                        </m:ctrlPr>
                                      </m:sSubSupPr>
                                      <m:e>
                                        <m:r>
                                          <a:rPr lang="en-US" sz="2800" b="0" i="1" smtClean="0">
                                            <a:latin typeface="Cambria Math" panose="02040503050406030204" pitchFamily="18" charset="0"/>
                                          </a:rPr>
                                          <m:t>𝜎</m:t>
                                        </m:r>
                                      </m:e>
                                      <m:sub>
                                        <m:r>
                                          <a:rPr lang="en-US" sz="2800" i="1">
                                            <a:latin typeface="Cambria Math" panose="02040503050406030204" pitchFamily="18" charset="0"/>
                                          </a:rPr>
                                          <m:t>1</m:t>
                                        </m:r>
                                      </m:sub>
                                      <m:sup>
                                        <m:r>
                                          <a:rPr lang="en-US" sz="2800" i="1">
                                            <a:latin typeface="Cambria Math" panose="02040503050406030204" pitchFamily="18" charset="0"/>
                                          </a:rPr>
                                          <m:t>2</m:t>
                                        </m:r>
                                      </m:sup>
                                    </m:sSubSup>
                                  </m:num>
                                  <m:den>
                                    <m:sSub>
                                      <m:sSubPr>
                                        <m:ctrlPr>
                                          <a:rPr lang="en-US" sz="2800" i="1">
                                            <a:latin typeface="Cambria Math" panose="02040503050406030204" pitchFamily="18" charset="0"/>
                                          </a:rPr>
                                        </m:ctrlPr>
                                      </m:sSubPr>
                                      <m:e>
                                        <m:r>
                                          <a:rPr lang="en-US" sz="2800" i="1">
                                            <a:latin typeface="Cambria Math" panose="02040503050406030204" pitchFamily="18" charset="0"/>
                                          </a:rPr>
                                          <m:t>𝑛</m:t>
                                        </m:r>
                                      </m:e>
                                      <m:sub>
                                        <m:r>
                                          <a:rPr lang="en-US" sz="2800" i="1">
                                            <a:latin typeface="Cambria Math" panose="02040503050406030204" pitchFamily="18" charset="0"/>
                                          </a:rPr>
                                          <m:t>1</m:t>
                                        </m:r>
                                      </m:sub>
                                    </m:sSub>
                                  </m:den>
                                </m:f>
                                <m:r>
                                  <a:rPr lang="en-US" sz="2800" i="1">
                                    <a:latin typeface="Cambria Math" panose="02040503050406030204" pitchFamily="18" charset="0"/>
                                  </a:rPr>
                                  <m:t>+</m:t>
                                </m:r>
                                <m:f>
                                  <m:fPr>
                                    <m:ctrlPr>
                                      <a:rPr lang="en-US" sz="2800" i="1">
                                        <a:latin typeface="Cambria Math" panose="02040503050406030204" pitchFamily="18" charset="0"/>
                                      </a:rPr>
                                    </m:ctrlPr>
                                  </m:fPr>
                                  <m:num>
                                    <m:sSubSup>
                                      <m:sSubSupPr>
                                        <m:ctrlPr>
                                          <a:rPr lang="en-US" sz="2800" i="1">
                                            <a:latin typeface="Cambria Math" panose="02040503050406030204" pitchFamily="18" charset="0"/>
                                          </a:rPr>
                                        </m:ctrlPr>
                                      </m:sSubSupPr>
                                      <m:e>
                                        <m:r>
                                          <a:rPr lang="en-US" i="1">
                                            <a:latin typeface="Cambria Math" panose="02040503050406030204" pitchFamily="18" charset="0"/>
                                          </a:rPr>
                                          <m:t>𝜎</m:t>
                                        </m:r>
                                      </m:e>
                                      <m:sub>
                                        <m:r>
                                          <a:rPr lang="en-US" sz="2800" i="1">
                                            <a:latin typeface="Cambria Math" panose="02040503050406030204" pitchFamily="18" charset="0"/>
                                          </a:rPr>
                                          <m:t>2</m:t>
                                        </m:r>
                                      </m:sub>
                                      <m:sup>
                                        <m:r>
                                          <a:rPr lang="en-US" sz="2800" i="1">
                                            <a:latin typeface="Cambria Math" panose="02040503050406030204" pitchFamily="18" charset="0"/>
                                          </a:rPr>
                                          <m:t>2</m:t>
                                        </m:r>
                                      </m:sup>
                                    </m:sSubSup>
                                  </m:num>
                                  <m:den>
                                    <m:sSub>
                                      <m:sSubPr>
                                        <m:ctrlPr>
                                          <a:rPr lang="en-US" sz="2800" i="1">
                                            <a:latin typeface="Cambria Math" panose="02040503050406030204" pitchFamily="18" charset="0"/>
                                          </a:rPr>
                                        </m:ctrlPr>
                                      </m:sSubPr>
                                      <m:e>
                                        <m:r>
                                          <a:rPr lang="en-US" sz="2800" i="1">
                                            <a:latin typeface="Cambria Math" panose="02040503050406030204" pitchFamily="18" charset="0"/>
                                          </a:rPr>
                                          <m:t>𝑛</m:t>
                                        </m:r>
                                      </m:e>
                                      <m:sub>
                                        <m:r>
                                          <a:rPr lang="en-US" sz="2800" i="1">
                                            <a:latin typeface="Cambria Math" panose="02040503050406030204" pitchFamily="18" charset="0"/>
                                          </a:rPr>
                                          <m:t>2</m:t>
                                        </m:r>
                                      </m:sub>
                                    </m:sSub>
                                  </m:den>
                                </m:f>
                              </m:e>
                            </m:d>
                          </m:e>
                          <m:sup>
                            <m:r>
                              <a:rPr lang="en-US" sz="2800" b="0" i="1" dirty="0" smtClean="0">
                                <a:latin typeface="Cambria Math" panose="02040503050406030204" pitchFamily="18" charset="0"/>
                              </a:rPr>
                              <m:t>2</m:t>
                            </m:r>
                          </m:sup>
                        </m:sSup>
                      </m:num>
                      <m:den>
                        <m:f>
                          <m:fPr>
                            <m:ctrlPr>
                              <a:rPr lang="en-US" sz="2800" b="0" i="1" dirty="0" smtClean="0">
                                <a:latin typeface="Cambria Math" panose="02040503050406030204" pitchFamily="18" charset="0"/>
                              </a:rPr>
                            </m:ctrlPr>
                          </m:fPr>
                          <m:num>
                            <m:r>
                              <a:rPr lang="en-US" sz="2800" b="0" i="1" dirty="0" smtClean="0">
                                <a:latin typeface="Cambria Math" panose="02040503050406030204" pitchFamily="18" charset="0"/>
                              </a:rPr>
                              <m:t>1</m:t>
                            </m:r>
                          </m:num>
                          <m:den>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𝑛</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−1</m:t>
                            </m:r>
                          </m:den>
                        </m:f>
                        <m:sSup>
                          <m:sSupPr>
                            <m:ctrlPr>
                              <a:rPr lang="en-US" sz="2800" b="0" i="1" dirty="0" smtClean="0">
                                <a:latin typeface="Cambria Math" panose="02040503050406030204" pitchFamily="18" charset="0"/>
                              </a:rPr>
                            </m:ctrlPr>
                          </m:sSupPr>
                          <m:e>
                            <m:d>
                              <m:dPr>
                                <m:ctrlPr>
                                  <a:rPr lang="en-US" sz="2800" b="0" i="1" dirty="0" smtClean="0">
                                    <a:latin typeface="Cambria Math" panose="02040503050406030204" pitchFamily="18" charset="0"/>
                                  </a:rPr>
                                </m:ctrlPr>
                              </m:dPr>
                              <m:e>
                                <m:f>
                                  <m:fPr>
                                    <m:ctrlPr>
                                      <a:rPr lang="en-US" sz="2800" i="1">
                                        <a:latin typeface="Cambria Math" panose="02040503050406030204" pitchFamily="18" charset="0"/>
                                      </a:rPr>
                                    </m:ctrlPr>
                                  </m:fPr>
                                  <m:num>
                                    <m:sSubSup>
                                      <m:sSubSupPr>
                                        <m:ctrlPr>
                                          <a:rPr lang="en-US" sz="2800" i="1">
                                            <a:latin typeface="Cambria Math" panose="02040503050406030204" pitchFamily="18" charset="0"/>
                                          </a:rPr>
                                        </m:ctrlPr>
                                      </m:sSubSupPr>
                                      <m:e>
                                        <m:r>
                                          <a:rPr lang="en-US" i="1">
                                            <a:latin typeface="Cambria Math" panose="02040503050406030204" pitchFamily="18" charset="0"/>
                                          </a:rPr>
                                          <m:t>𝜎</m:t>
                                        </m:r>
                                      </m:e>
                                      <m:sub>
                                        <m:r>
                                          <a:rPr lang="en-US" sz="2800" i="1">
                                            <a:latin typeface="Cambria Math" panose="02040503050406030204" pitchFamily="18" charset="0"/>
                                          </a:rPr>
                                          <m:t>1</m:t>
                                        </m:r>
                                      </m:sub>
                                      <m:sup>
                                        <m:r>
                                          <a:rPr lang="en-US" sz="2800" i="1">
                                            <a:latin typeface="Cambria Math" panose="02040503050406030204" pitchFamily="18" charset="0"/>
                                          </a:rPr>
                                          <m:t>2</m:t>
                                        </m:r>
                                      </m:sup>
                                    </m:sSubSup>
                                  </m:num>
                                  <m:den>
                                    <m:sSub>
                                      <m:sSubPr>
                                        <m:ctrlPr>
                                          <a:rPr lang="en-US" sz="2800" i="1">
                                            <a:latin typeface="Cambria Math" panose="02040503050406030204" pitchFamily="18" charset="0"/>
                                          </a:rPr>
                                        </m:ctrlPr>
                                      </m:sSubPr>
                                      <m:e>
                                        <m:r>
                                          <a:rPr lang="en-US" sz="2800" i="1">
                                            <a:latin typeface="Cambria Math" panose="02040503050406030204" pitchFamily="18" charset="0"/>
                                          </a:rPr>
                                          <m:t>𝑛</m:t>
                                        </m:r>
                                      </m:e>
                                      <m:sub>
                                        <m:r>
                                          <a:rPr lang="en-US" sz="2800" i="1">
                                            <a:latin typeface="Cambria Math" panose="02040503050406030204" pitchFamily="18" charset="0"/>
                                          </a:rPr>
                                          <m:t>1</m:t>
                                        </m:r>
                                      </m:sub>
                                    </m:sSub>
                                  </m:den>
                                </m:f>
                              </m:e>
                            </m:d>
                          </m:e>
                          <m:sup>
                            <m:r>
                              <a:rPr lang="en-US" sz="2800" b="0" i="1" dirty="0" smtClean="0">
                                <a:latin typeface="Cambria Math" panose="02040503050406030204" pitchFamily="18" charset="0"/>
                              </a:rPr>
                              <m:t>2</m:t>
                            </m:r>
                          </m:sup>
                        </m:sSup>
                        <m:r>
                          <a:rPr lang="en-US" sz="2800" b="0" i="1" dirty="0" smtClean="0">
                            <a:latin typeface="Cambria Math" panose="02040503050406030204" pitchFamily="18" charset="0"/>
                          </a:rPr>
                          <m:t>+</m:t>
                        </m:r>
                        <m:f>
                          <m:fPr>
                            <m:ctrlPr>
                              <a:rPr lang="en-US" sz="2800" i="1" dirty="0">
                                <a:latin typeface="Cambria Math" panose="02040503050406030204" pitchFamily="18" charset="0"/>
                              </a:rPr>
                            </m:ctrlPr>
                          </m:fPr>
                          <m:num>
                            <m:r>
                              <a:rPr lang="en-US" sz="2800" i="1" dirty="0">
                                <a:latin typeface="Cambria Math" panose="02040503050406030204" pitchFamily="18" charset="0"/>
                              </a:rPr>
                              <m:t>1</m:t>
                            </m:r>
                          </m:num>
                          <m:den>
                            <m:sSub>
                              <m:sSubPr>
                                <m:ctrlPr>
                                  <a:rPr lang="en-US" sz="2800" i="1" dirty="0">
                                    <a:latin typeface="Cambria Math" panose="02040503050406030204" pitchFamily="18" charset="0"/>
                                  </a:rPr>
                                </m:ctrlPr>
                              </m:sSubPr>
                              <m:e>
                                <m:r>
                                  <a:rPr lang="en-US" sz="2800" i="1" dirty="0">
                                    <a:latin typeface="Cambria Math" panose="02040503050406030204" pitchFamily="18" charset="0"/>
                                  </a:rPr>
                                  <m:t>𝑛</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−1</m:t>
                            </m:r>
                          </m:den>
                        </m:f>
                        <m:sSup>
                          <m:sSupPr>
                            <m:ctrlPr>
                              <a:rPr lang="en-US" sz="2800" i="1" dirty="0">
                                <a:latin typeface="Cambria Math" panose="02040503050406030204" pitchFamily="18" charset="0"/>
                              </a:rPr>
                            </m:ctrlPr>
                          </m:sSupPr>
                          <m:e>
                            <m:d>
                              <m:dPr>
                                <m:ctrlPr>
                                  <a:rPr lang="en-US" sz="2800" i="1" dirty="0">
                                    <a:latin typeface="Cambria Math" panose="02040503050406030204" pitchFamily="18" charset="0"/>
                                  </a:rPr>
                                </m:ctrlPr>
                              </m:dPr>
                              <m:e>
                                <m:f>
                                  <m:fPr>
                                    <m:ctrlPr>
                                      <a:rPr lang="en-US" sz="2800" i="1">
                                        <a:latin typeface="Cambria Math" panose="02040503050406030204" pitchFamily="18" charset="0"/>
                                      </a:rPr>
                                    </m:ctrlPr>
                                  </m:fPr>
                                  <m:num>
                                    <m:sSubSup>
                                      <m:sSubSupPr>
                                        <m:ctrlPr>
                                          <a:rPr lang="en-US" sz="2800" i="1">
                                            <a:latin typeface="Cambria Math" panose="02040503050406030204" pitchFamily="18" charset="0"/>
                                          </a:rPr>
                                        </m:ctrlPr>
                                      </m:sSubSupPr>
                                      <m:e>
                                        <m:r>
                                          <a:rPr lang="en-US" i="1">
                                            <a:latin typeface="Cambria Math" panose="02040503050406030204" pitchFamily="18" charset="0"/>
                                          </a:rPr>
                                          <m:t>𝜎</m:t>
                                        </m:r>
                                      </m:e>
                                      <m:sub>
                                        <m:r>
                                          <a:rPr lang="en-US" sz="2800" b="0" i="1" smtClean="0">
                                            <a:latin typeface="Cambria Math" panose="02040503050406030204" pitchFamily="18" charset="0"/>
                                          </a:rPr>
                                          <m:t>2</m:t>
                                        </m:r>
                                      </m:sub>
                                      <m:sup>
                                        <m:r>
                                          <a:rPr lang="en-US" sz="2800" i="1">
                                            <a:latin typeface="Cambria Math" panose="02040503050406030204" pitchFamily="18" charset="0"/>
                                          </a:rPr>
                                          <m:t>2</m:t>
                                        </m:r>
                                      </m:sup>
                                    </m:sSubSup>
                                  </m:num>
                                  <m:den>
                                    <m:sSub>
                                      <m:sSubPr>
                                        <m:ctrlPr>
                                          <a:rPr lang="en-US" sz="2800" i="1">
                                            <a:latin typeface="Cambria Math" panose="02040503050406030204" pitchFamily="18" charset="0"/>
                                          </a:rPr>
                                        </m:ctrlPr>
                                      </m:sSubPr>
                                      <m:e>
                                        <m:r>
                                          <a:rPr lang="en-US" sz="2800" i="1">
                                            <a:latin typeface="Cambria Math" panose="02040503050406030204" pitchFamily="18" charset="0"/>
                                          </a:rPr>
                                          <m:t>𝑛</m:t>
                                        </m:r>
                                      </m:e>
                                      <m:sub>
                                        <m:r>
                                          <a:rPr lang="en-US" sz="2800" b="0" i="1" smtClean="0">
                                            <a:latin typeface="Cambria Math" panose="02040503050406030204" pitchFamily="18" charset="0"/>
                                          </a:rPr>
                                          <m:t>2</m:t>
                                        </m:r>
                                      </m:sub>
                                    </m:sSub>
                                  </m:den>
                                </m:f>
                              </m:e>
                            </m:d>
                          </m:e>
                          <m:sup>
                            <m:r>
                              <a:rPr lang="en-US" sz="2800" i="1" dirty="0">
                                <a:latin typeface="Cambria Math" panose="02040503050406030204" pitchFamily="18" charset="0"/>
                              </a:rPr>
                              <m:t>2</m:t>
                            </m:r>
                          </m:sup>
                        </m:sSup>
                      </m:den>
                    </m:f>
                  </m:oMath>
                </a14:m>
                <a:r>
                  <a:rPr lang="en-US" sz="2800" dirty="0"/>
                  <a:t> </a:t>
                </a:r>
                <a:endParaRPr lang="en-US" sz="2800" b="0" i="0" dirty="0">
                  <a:effectLst/>
                </a:endParaRPr>
              </a:p>
              <a:p>
                <a:pPr marL="0" indent="0">
                  <a:buNone/>
                </a:pPr>
                <a:endParaRPr lang="ru-RU" dirty="0"/>
              </a:p>
            </p:txBody>
          </p:sp>
        </mc:Choice>
        <mc:Fallback xmlns="">
          <p:sp>
            <p:nvSpPr>
              <p:cNvPr id="5" name="Объект 4">
                <a:extLst>
                  <a:ext uri="{FF2B5EF4-FFF2-40B4-BE49-F238E27FC236}">
                    <a16:creationId xmlns:a16="http://schemas.microsoft.com/office/drawing/2014/main" id="{240251EE-7F53-187B-5028-39240763C8DB}"/>
                  </a:ext>
                </a:extLst>
              </p:cNvPr>
              <p:cNvSpPr>
                <a:spLocks noGrp="1" noRot="1" noChangeAspect="1" noMove="1" noResize="1" noEditPoints="1" noAdjustHandles="1" noChangeArrowheads="1" noChangeShapeType="1" noTextEdit="1"/>
              </p:cNvSpPr>
              <p:nvPr>
                <p:ph sz="half" idx="2"/>
              </p:nvPr>
            </p:nvSpPr>
            <p:spPr>
              <a:xfrm>
                <a:off x="6172200" y="1350233"/>
                <a:ext cx="5765156" cy="4826730"/>
              </a:xfrm>
              <a:blipFill>
                <a:blip r:embed="rId4"/>
                <a:stretch>
                  <a:fillRect/>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40704763-B48E-BBA6-5CBC-1F0B80B0B6FA}"/>
              </a:ext>
            </a:extLst>
          </p:cNvPr>
          <p:cNvSpPr>
            <a:spLocks noGrp="1"/>
          </p:cNvSpPr>
          <p:nvPr>
            <p:ph type="sldNum" sz="quarter" idx="12"/>
          </p:nvPr>
        </p:nvSpPr>
        <p:spPr/>
        <p:txBody>
          <a:bodyPr/>
          <a:lstStyle/>
          <a:p>
            <a:fld id="{81C5FB71-5E9C-41B5-9BB8-3F1EBEAEB16A}" type="slidenum">
              <a:rPr lang="ru-RU" smtClean="0"/>
              <a:t>38</a:t>
            </a:fld>
            <a:endParaRPr lang="ru-RU"/>
          </a:p>
        </p:txBody>
      </p:sp>
      <p:cxnSp>
        <p:nvCxnSpPr>
          <p:cNvPr id="7" name="Прямая соединительная линия 6">
            <a:extLst>
              <a:ext uri="{FF2B5EF4-FFF2-40B4-BE49-F238E27FC236}">
                <a16:creationId xmlns:a16="http://schemas.microsoft.com/office/drawing/2014/main" id="{3148523A-C3E1-8969-22AD-D92BDCD858EE}"/>
              </a:ext>
            </a:extLst>
          </p:cNvPr>
          <p:cNvCxnSpPr/>
          <p:nvPr/>
        </p:nvCxnSpPr>
        <p:spPr>
          <a:xfrm>
            <a:off x="6019800" y="590309"/>
            <a:ext cx="0" cy="626769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25251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162879-55B4-9620-D0D6-13D5C0EDD03F}"/>
              </a:ext>
            </a:extLst>
          </p:cNvPr>
          <p:cNvSpPr>
            <a:spLocks noGrp="1"/>
          </p:cNvSpPr>
          <p:nvPr>
            <p:ph type="title"/>
          </p:nvPr>
        </p:nvSpPr>
        <p:spPr/>
        <p:txBody>
          <a:bodyPr/>
          <a:lstStyle/>
          <a:p>
            <a:r>
              <a:rPr lang="ru-RU" dirty="0"/>
              <a:t>Т-тест Стьюдента</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691A5D8C-0756-4162-12D1-D40A6761EE35}"/>
                  </a:ext>
                </a:extLst>
              </p:cNvPr>
              <p:cNvSpPr>
                <a:spLocks noGrp="1"/>
              </p:cNvSpPr>
              <p:nvPr>
                <p:ph idx="1"/>
              </p:nvPr>
            </p:nvSpPr>
            <p:spPr/>
            <p:txBody>
              <a:bodyPr/>
              <a:lstStyle/>
              <a:p>
                <a:pPr marL="0" indent="0">
                  <a:buNone/>
                </a:pPr>
                <a:r>
                  <a:rPr lang="ru-RU" dirty="0"/>
                  <a:t>Проверяется нулевая гипотеза распределения статистики по распределению Стьюдента с </a:t>
                </a:r>
                <a:r>
                  <a:rPr lang="en-US" dirty="0" err="1"/>
                  <a:t>df</a:t>
                </a:r>
                <a:r>
                  <a:rPr lang="en-US" dirty="0"/>
                  <a:t> </a:t>
                </a:r>
                <a:r>
                  <a:rPr lang="ru-RU" dirty="0"/>
                  <a:t>степенями свободы</a:t>
                </a:r>
              </a:p>
              <a:p>
                <a14:m>
                  <m:oMath xmlns:m="http://schemas.openxmlformats.org/officeDocument/2006/math">
                    <m:r>
                      <a:rPr lang="ru-RU" b="1" i="1" dirty="0" smtClean="0">
                        <a:latin typeface="Cambria Math" panose="02040503050406030204" pitchFamily="18" charset="0"/>
                      </a:rPr>
                      <m:t>Нулевая</m:t>
                    </m:r>
                    <m:r>
                      <a:rPr lang="ru-RU" b="1" i="1" dirty="0">
                        <a:latin typeface="Cambria Math" panose="02040503050406030204" pitchFamily="18" charset="0"/>
                      </a:rPr>
                      <m:t> </m:t>
                    </m:r>
                    <m:r>
                      <a:rPr lang="ru-RU" b="1" i="1" dirty="0" smtClean="0">
                        <a:latin typeface="Cambria Math" panose="02040503050406030204" pitchFamily="18" charset="0"/>
                      </a:rPr>
                      <m:t>гипотеза </m:t>
                    </m:r>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𝑯</m:t>
                        </m:r>
                      </m:e>
                      <m:sub>
                        <m:r>
                          <a:rPr lang="en-US" b="1" i="1" dirty="0" smtClean="0">
                            <a:latin typeface="Cambria Math" panose="02040503050406030204" pitchFamily="18" charset="0"/>
                          </a:rPr>
                          <m:t>𝟎</m:t>
                        </m:r>
                      </m:sub>
                    </m:sSub>
                  </m:oMath>
                </a14:m>
                <a:r>
                  <a:rPr lang="en-US" b="1" dirty="0"/>
                  <a:t>:</a:t>
                </a:r>
                <a:r>
                  <a:rPr lang="en-US" dirty="0"/>
                  <a:t> </a:t>
                </a:r>
                <a:r>
                  <a:rPr lang="ru-RU" dirty="0"/>
                  <a:t>математические ожидания (средние значения) рассматриваемых случайных величин равны</a:t>
                </a:r>
              </a:p>
              <a:p>
                <a14:m>
                  <m:oMath xmlns:m="http://schemas.openxmlformats.org/officeDocument/2006/math">
                    <m:r>
                      <a:rPr lang="ru-RU" b="1" i="1" dirty="0" smtClean="0">
                        <a:latin typeface="Cambria Math" panose="02040503050406030204" pitchFamily="18" charset="0"/>
                      </a:rPr>
                      <m:t>Альтернативная</m:t>
                    </m:r>
                    <m:r>
                      <a:rPr lang="ru-RU" b="1" i="1" dirty="0">
                        <a:latin typeface="Cambria Math" panose="02040503050406030204" pitchFamily="18" charset="0"/>
                      </a:rPr>
                      <m:t> </m:t>
                    </m:r>
                    <m:r>
                      <a:rPr lang="ru-RU" b="1" i="1" dirty="0" smtClean="0">
                        <a:latin typeface="Cambria Math" panose="02040503050406030204" pitchFamily="18" charset="0"/>
                      </a:rPr>
                      <m:t>гипотеза </m:t>
                    </m:r>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𝑯</m:t>
                        </m:r>
                      </m:e>
                      <m:sub>
                        <m:r>
                          <a:rPr lang="ru-RU" b="1" i="1" dirty="0" smtClean="0">
                            <a:latin typeface="Cambria Math" panose="02040503050406030204" pitchFamily="18" charset="0"/>
                          </a:rPr>
                          <m:t>𝟏</m:t>
                        </m:r>
                      </m:sub>
                    </m:sSub>
                  </m:oMath>
                </a14:m>
                <a:r>
                  <a:rPr lang="en-US" b="1" dirty="0"/>
                  <a:t>:</a:t>
                </a:r>
                <a:r>
                  <a:rPr lang="en-US" dirty="0"/>
                  <a:t> </a:t>
                </a:r>
                <a:r>
                  <a:rPr lang="ru-RU" dirty="0"/>
                  <a:t>математические ожидания (средние значения) рассматриваемых случайных величин значимо отличаются</a:t>
                </a:r>
              </a:p>
              <a:p>
                <a:pPr marL="0" indent="0">
                  <a:buNone/>
                </a:pPr>
                <a:r>
                  <a:rPr lang="ru-RU" dirty="0"/>
                  <a:t>Может рассматриваться как односторонний тест, так и двусторонний</a:t>
                </a:r>
              </a:p>
              <a:p>
                <a:endParaRPr lang="ru-RU" b="1" dirty="0"/>
              </a:p>
            </p:txBody>
          </p:sp>
        </mc:Choice>
        <mc:Fallback xmlns="">
          <p:sp>
            <p:nvSpPr>
              <p:cNvPr id="3" name="Объект 2">
                <a:extLst>
                  <a:ext uri="{FF2B5EF4-FFF2-40B4-BE49-F238E27FC236}">
                    <a16:creationId xmlns:a16="http://schemas.microsoft.com/office/drawing/2014/main" id="{691A5D8C-0756-4162-12D1-D40A6761EE35}"/>
                  </a:ext>
                </a:extLst>
              </p:cNvPr>
              <p:cNvSpPr>
                <a:spLocks noGrp="1" noRot="1" noChangeAspect="1" noMove="1" noResize="1" noEditPoints="1" noAdjustHandles="1" noChangeArrowheads="1" noChangeShapeType="1" noTextEdit="1"/>
              </p:cNvSpPr>
              <p:nvPr>
                <p:ph idx="1"/>
              </p:nvPr>
            </p:nvSpPr>
            <p:spPr>
              <a:blipFill>
                <a:blip r:embed="rId2"/>
                <a:stretch>
                  <a:fillRect l="-1217" t="-215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10207EDF-CECF-F297-1727-147BA2F7A5DE}"/>
              </a:ext>
            </a:extLst>
          </p:cNvPr>
          <p:cNvSpPr>
            <a:spLocks noGrp="1"/>
          </p:cNvSpPr>
          <p:nvPr>
            <p:ph type="sldNum" sz="quarter" idx="12"/>
          </p:nvPr>
        </p:nvSpPr>
        <p:spPr/>
        <p:txBody>
          <a:bodyPr/>
          <a:lstStyle/>
          <a:p>
            <a:fld id="{81C5FB71-5E9C-41B5-9BB8-3F1EBEAEB16A}" type="slidenum">
              <a:rPr lang="ru-RU" smtClean="0"/>
              <a:t>39</a:t>
            </a:fld>
            <a:endParaRPr lang="ru-RU"/>
          </a:p>
        </p:txBody>
      </p:sp>
    </p:spTree>
    <p:extLst>
      <p:ext uri="{BB962C8B-B14F-4D97-AF65-F5344CB8AC3E}">
        <p14:creationId xmlns:p14="http://schemas.microsoft.com/office/powerpoint/2010/main" val="41708462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38A186-9500-543C-A83E-39090D9388DE}"/>
              </a:ext>
            </a:extLst>
          </p:cNvPr>
          <p:cNvSpPr>
            <a:spLocks noGrp="1"/>
          </p:cNvSpPr>
          <p:nvPr>
            <p:ph type="title"/>
          </p:nvPr>
        </p:nvSpPr>
        <p:spPr/>
        <p:txBody>
          <a:bodyPr/>
          <a:lstStyle/>
          <a:p>
            <a:r>
              <a:rPr lang="ru-RU" dirty="0"/>
              <a:t>Визуализация данных</a:t>
            </a:r>
          </a:p>
        </p:txBody>
      </p:sp>
      <p:sp>
        <p:nvSpPr>
          <p:cNvPr id="4" name="Номер слайда 3">
            <a:extLst>
              <a:ext uri="{FF2B5EF4-FFF2-40B4-BE49-F238E27FC236}">
                <a16:creationId xmlns:a16="http://schemas.microsoft.com/office/drawing/2014/main" id="{07F894A6-A602-294E-2053-8EDAF4C982A1}"/>
              </a:ext>
            </a:extLst>
          </p:cNvPr>
          <p:cNvSpPr>
            <a:spLocks noGrp="1"/>
          </p:cNvSpPr>
          <p:nvPr>
            <p:ph type="sldNum" sz="quarter" idx="12"/>
          </p:nvPr>
        </p:nvSpPr>
        <p:spPr/>
        <p:txBody>
          <a:bodyPr/>
          <a:lstStyle/>
          <a:p>
            <a:fld id="{81C5FB71-5E9C-41B5-9BB8-3F1EBEAEB16A}" type="slidenum">
              <a:rPr lang="ru-RU" smtClean="0"/>
              <a:t>40</a:t>
            </a:fld>
            <a:endParaRPr lang="ru-RU"/>
          </a:p>
        </p:txBody>
      </p:sp>
      <p:pic>
        <p:nvPicPr>
          <p:cNvPr id="19458" name="Picture 2" descr="Picture background">
            <a:extLst>
              <a:ext uri="{FF2B5EF4-FFF2-40B4-BE49-F238E27FC236}">
                <a16:creationId xmlns:a16="http://schemas.microsoft.com/office/drawing/2014/main" id="{4B97448F-4F59-7506-2F08-E68961EA40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3168" y="1358900"/>
            <a:ext cx="8545663" cy="4818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5418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117D1E-EAAA-23EF-C959-80F8F32C14CD}"/>
              </a:ext>
            </a:extLst>
          </p:cNvPr>
          <p:cNvSpPr>
            <a:spLocks noGrp="1"/>
          </p:cNvSpPr>
          <p:nvPr>
            <p:ph type="title"/>
          </p:nvPr>
        </p:nvSpPr>
        <p:spPr/>
        <p:txBody>
          <a:bodyPr/>
          <a:lstStyle/>
          <a:p>
            <a:r>
              <a:rPr lang="ru-RU" dirty="0"/>
              <a:t>Визуализация в процессе работы с данными</a:t>
            </a:r>
          </a:p>
        </p:txBody>
      </p:sp>
      <p:sp>
        <p:nvSpPr>
          <p:cNvPr id="3" name="Объект 2">
            <a:extLst>
              <a:ext uri="{FF2B5EF4-FFF2-40B4-BE49-F238E27FC236}">
                <a16:creationId xmlns:a16="http://schemas.microsoft.com/office/drawing/2014/main" id="{FE323AB7-E720-B0D7-C1BA-2D30E0948666}"/>
              </a:ext>
            </a:extLst>
          </p:cNvPr>
          <p:cNvSpPr>
            <a:spLocks noGrp="1"/>
          </p:cNvSpPr>
          <p:nvPr>
            <p:ph idx="1"/>
          </p:nvPr>
        </p:nvSpPr>
        <p:spPr/>
        <p:txBody>
          <a:bodyPr>
            <a:normAutofit/>
          </a:bodyPr>
          <a:lstStyle/>
          <a:p>
            <a:pPr marL="0" indent="0">
              <a:buNone/>
            </a:pPr>
            <a:r>
              <a:rPr lang="ru-RU" b="1" dirty="0"/>
              <a:t>Визуализация </a:t>
            </a:r>
            <a:r>
              <a:rPr lang="ru-RU" dirty="0"/>
              <a:t>– наглядное представление данных или результатов анализа</a:t>
            </a:r>
          </a:p>
          <a:p>
            <a:pPr marL="0" indent="0">
              <a:buNone/>
            </a:pPr>
            <a:r>
              <a:rPr lang="ru-RU" b="1" dirty="0"/>
              <a:t>Области применения</a:t>
            </a:r>
            <a:r>
              <a:rPr lang="ru-RU" dirty="0"/>
              <a:t>:</a:t>
            </a:r>
          </a:p>
          <a:p>
            <a:r>
              <a:rPr lang="ru-RU" dirty="0"/>
              <a:t>Статистика и отчеты</a:t>
            </a:r>
          </a:p>
          <a:p>
            <a:r>
              <a:rPr lang="ru-RU" dirty="0"/>
              <a:t>Справочная информация</a:t>
            </a:r>
          </a:p>
          <a:p>
            <a:r>
              <a:rPr lang="ru-RU" dirty="0"/>
              <a:t>Диаграммы процессов</a:t>
            </a:r>
          </a:p>
          <a:p>
            <a:r>
              <a:rPr lang="ru-RU" dirty="0"/>
              <a:t>Интерактивные сервисы</a:t>
            </a:r>
          </a:p>
          <a:p>
            <a:r>
              <a:rPr lang="ru-RU" dirty="0"/>
              <a:t>Результаты работы моделей машинного обучения</a:t>
            </a:r>
          </a:p>
          <a:p>
            <a:pPr marL="0" indent="0">
              <a:buNone/>
            </a:pPr>
            <a:endParaRPr lang="ru-RU" dirty="0"/>
          </a:p>
        </p:txBody>
      </p:sp>
      <p:sp>
        <p:nvSpPr>
          <p:cNvPr id="4" name="Номер слайда 3">
            <a:extLst>
              <a:ext uri="{FF2B5EF4-FFF2-40B4-BE49-F238E27FC236}">
                <a16:creationId xmlns:a16="http://schemas.microsoft.com/office/drawing/2014/main" id="{A8A88F50-0C6D-D412-09F0-DC2C3265281D}"/>
              </a:ext>
            </a:extLst>
          </p:cNvPr>
          <p:cNvSpPr>
            <a:spLocks noGrp="1"/>
          </p:cNvSpPr>
          <p:nvPr>
            <p:ph type="sldNum" sz="quarter" idx="12"/>
          </p:nvPr>
        </p:nvSpPr>
        <p:spPr/>
        <p:txBody>
          <a:bodyPr/>
          <a:lstStyle/>
          <a:p>
            <a:fld id="{81C5FB71-5E9C-41B5-9BB8-3F1EBEAEB16A}" type="slidenum">
              <a:rPr lang="ru-RU" smtClean="0"/>
              <a:t>41</a:t>
            </a:fld>
            <a:endParaRPr lang="ru-RU"/>
          </a:p>
        </p:txBody>
      </p:sp>
    </p:spTree>
    <p:extLst>
      <p:ext uri="{BB962C8B-B14F-4D97-AF65-F5344CB8AC3E}">
        <p14:creationId xmlns:p14="http://schemas.microsoft.com/office/powerpoint/2010/main" val="380179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7F08F0-D723-E4F6-119C-CE222A3C51EA}"/>
              </a:ext>
            </a:extLst>
          </p:cNvPr>
          <p:cNvSpPr>
            <a:spLocks noGrp="1"/>
          </p:cNvSpPr>
          <p:nvPr>
            <p:ph type="title"/>
          </p:nvPr>
        </p:nvSpPr>
        <p:spPr/>
        <p:txBody>
          <a:bodyPr/>
          <a:lstStyle/>
          <a:p>
            <a:r>
              <a:rPr lang="ru-RU" dirty="0"/>
              <a:t>Задачи визуализации</a:t>
            </a:r>
          </a:p>
        </p:txBody>
      </p:sp>
      <p:sp>
        <p:nvSpPr>
          <p:cNvPr id="3" name="Объект 2">
            <a:extLst>
              <a:ext uri="{FF2B5EF4-FFF2-40B4-BE49-F238E27FC236}">
                <a16:creationId xmlns:a16="http://schemas.microsoft.com/office/drawing/2014/main" id="{6CD17E95-DBEC-1E7A-EB1D-4674A3E571F8}"/>
              </a:ext>
            </a:extLst>
          </p:cNvPr>
          <p:cNvSpPr>
            <a:spLocks noGrp="1"/>
          </p:cNvSpPr>
          <p:nvPr>
            <p:ph idx="1"/>
          </p:nvPr>
        </p:nvSpPr>
        <p:spPr/>
        <p:txBody>
          <a:bodyPr>
            <a:normAutofit lnSpcReduction="10000"/>
          </a:bodyPr>
          <a:lstStyle/>
          <a:p>
            <a:pPr marL="0" indent="0">
              <a:buNone/>
            </a:pPr>
            <a:r>
              <a:rPr lang="ru-RU" b="1" dirty="0"/>
              <a:t>Задачи визуализации</a:t>
            </a:r>
          </a:p>
          <a:p>
            <a:r>
              <a:rPr lang="ru-RU" dirty="0"/>
              <a:t>Отображение потоков данных</a:t>
            </a:r>
          </a:p>
          <a:p>
            <a:r>
              <a:rPr lang="ru-RU" dirty="0"/>
              <a:t>Интеллектуальный анализ данных, получение инсайтов</a:t>
            </a:r>
          </a:p>
          <a:p>
            <a:r>
              <a:rPr lang="ru-RU" dirty="0"/>
              <a:t>Визуальный поиск и рекомендации</a:t>
            </a:r>
          </a:p>
          <a:p>
            <a:r>
              <a:rPr lang="ru-RU" dirty="0"/>
              <a:t>Интерфейс мозг-компьютер для обработки медиа-информации</a:t>
            </a:r>
          </a:p>
          <a:p>
            <a:pPr marL="0" indent="0">
              <a:buNone/>
            </a:pPr>
            <a:r>
              <a:rPr lang="ru-RU" b="1" dirty="0"/>
              <a:t>Требования к визуализации</a:t>
            </a:r>
          </a:p>
          <a:p>
            <a:r>
              <a:rPr lang="ru-RU" dirty="0"/>
              <a:t>Оценка пригодности видов отображения</a:t>
            </a:r>
          </a:p>
          <a:p>
            <a:r>
              <a:rPr lang="ru-RU" dirty="0"/>
              <a:t>Естественность процесса</a:t>
            </a:r>
          </a:p>
          <a:p>
            <a:r>
              <a:rPr lang="ru-RU" dirty="0"/>
              <a:t>Устойчивость к масштабированию</a:t>
            </a:r>
          </a:p>
          <a:p>
            <a:r>
              <a:rPr lang="ru-RU" dirty="0"/>
              <a:t>Возможности для представления сложных процессов</a:t>
            </a:r>
          </a:p>
          <a:p>
            <a:pPr marL="0" indent="0">
              <a:buNone/>
            </a:pPr>
            <a:endParaRPr lang="ru-RU" b="1" dirty="0"/>
          </a:p>
        </p:txBody>
      </p:sp>
      <p:sp>
        <p:nvSpPr>
          <p:cNvPr id="4" name="Номер слайда 3">
            <a:extLst>
              <a:ext uri="{FF2B5EF4-FFF2-40B4-BE49-F238E27FC236}">
                <a16:creationId xmlns:a16="http://schemas.microsoft.com/office/drawing/2014/main" id="{974A6979-EAEE-DAC6-5B94-4A0F85769330}"/>
              </a:ext>
            </a:extLst>
          </p:cNvPr>
          <p:cNvSpPr>
            <a:spLocks noGrp="1"/>
          </p:cNvSpPr>
          <p:nvPr>
            <p:ph type="sldNum" sz="quarter" idx="12"/>
          </p:nvPr>
        </p:nvSpPr>
        <p:spPr/>
        <p:txBody>
          <a:bodyPr/>
          <a:lstStyle/>
          <a:p>
            <a:fld id="{81C5FB71-5E9C-41B5-9BB8-3F1EBEAEB16A}" type="slidenum">
              <a:rPr lang="ru-RU" smtClean="0"/>
              <a:t>42</a:t>
            </a:fld>
            <a:endParaRPr lang="ru-RU"/>
          </a:p>
        </p:txBody>
      </p:sp>
    </p:spTree>
    <p:extLst>
      <p:ext uri="{BB962C8B-B14F-4D97-AF65-F5344CB8AC3E}">
        <p14:creationId xmlns:p14="http://schemas.microsoft.com/office/powerpoint/2010/main" val="40413971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17F45B-60E8-DB37-58A8-BD5A7038955C}"/>
              </a:ext>
            </a:extLst>
          </p:cNvPr>
          <p:cNvSpPr>
            <a:spLocks noGrp="1"/>
          </p:cNvSpPr>
          <p:nvPr>
            <p:ph type="title"/>
          </p:nvPr>
        </p:nvSpPr>
        <p:spPr/>
        <p:txBody>
          <a:bodyPr/>
          <a:lstStyle/>
          <a:p>
            <a:r>
              <a:rPr lang="ru-RU" dirty="0"/>
              <a:t>Визуализация процессов анализа данных</a:t>
            </a:r>
          </a:p>
        </p:txBody>
      </p:sp>
      <p:pic>
        <p:nvPicPr>
          <p:cNvPr id="6" name="Объект 5">
            <a:extLst>
              <a:ext uri="{FF2B5EF4-FFF2-40B4-BE49-F238E27FC236}">
                <a16:creationId xmlns:a16="http://schemas.microsoft.com/office/drawing/2014/main" id="{27ED5A8B-FB5D-685C-FA5B-B72EBBC73FC1}"/>
              </a:ext>
            </a:extLst>
          </p:cNvPr>
          <p:cNvPicPr>
            <a:picLocks noGrp="1" noChangeAspect="1"/>
          </p:cNvPicPr>
          <p:nvPr>
            <p:ph idx="1"/>
          </p:nvPr>
        </p:nvPicPr>
        <p:blipFill>
          <a:blip r:embed="rId2"/>
          <a:stretch>
            <a:fillRect/>
          </a:stretch>
        </p:blipFill>
        <p:spPr>
          <a:xfrm>
            <a:off x="1391851" y="1315563"/>
            <a:ext cx="9450738" cy="1647555"/>
          </a:xfrm>
        </p:spPr>
      </p:pic>
      <p:sp>
        <p:nvSpPr>
          <p:cNvPr id="4" name="Номер слайда 3">
            <a:extLst>
              <a:ext uri="{FF2B5EF4-FFF2-40B4-BE49-F238E27FC236}">
                <a16:creationId xmlns:a16="http://schemas.microsoft.com/office/drawing/2014/main" id="{746AFF2B-74A1-F15F-84A6-A2DD0CF81CFF}"/>
              </a:ext>
            </a:extLst>
          </p:cNvPr>
          <p:cNvSpPr>
            <a:spLocks noGrp="1"/>
          </p:cNvSpPr>
          <p:nvPr>
            <p:ph type="sldNum" sz="quarter" idx="12"/>
          </p:nvPr>
        </p:nvSpPr>
        <p:spPr/>
        <p:txBody>
          <a:bodyPr/>
          <a:lstStyle/>
          <a:p>
            <a:fld id="{81C5FB71-5E9C-41B5-9BB8-3F1EBEAEB16A}" type="slidenum">
              <a:rPr lang="ru-RU" smtClean="0"/>
              <a:t>43</a:t>
            </a:fld>
            <a:endParaRPr lang="ru-RU"/>
          </a:p>
        </p:txBody>
      </p:sp>
      <p:graphicFrame>
        <p:nvGraphicFramePr>
          <p:cNvPr id="7" name="Схема 6">
            <a:extLst>
              <a:ext uri="{FF2B5EF4-FFF2-40B4-BE49-F238E27FC236}">
                <a16:creationId xmlns:a16="http://schemas.microsoft.com/office/drawing/2014/main" id="{967D969B-24E4-D33D-FB27-7C644B4F460F}"/>
              </a:ext>
            </a:extLst>
          </p:cNvPr>
          <p:cNvGraphicFramePr/>
          <p:nvPr>
            <p:extLst>
              <p:ext uri="{D42A27DB-BD31-4B8C-83A1-F6EECF244321}">
                <p14:modId xmlns:p14="http://schemas.microsoft.com/office/powerpoint/2010/main" val="4146673388"/>
              </p:ext>
            </p:extLst>
          </p:nvPr>
        </p:nvGraphicFramePr>
        <p:xfrm>
          <a:off x="162046" y="2722652"/>
          <a:ext cx="11910349" cy="3649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83154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F970D2-89E3-5F73-9BF7-0063169F2625}"/>
              </a:ext>
            </a:extLst>
          </p:cNvPr>
          <p:cNvSpPr>
            <a:spLocks noGrp="1"/>
          </p:cNvSpPr>
          <p:nvPr>
            <p:ph type="title"/>
          </p:nvPr>
        </p:nvSpPr>
        <p:spPr/>
        <p:txBody>
          <a:bodyPr/>
          <a:lstStyle/>
          <a:p>
            <a:r>
              <a:rPr lang="ru-RU" dirty="0"/>
              <a:t>Последовательность оценки качества данных</a:t>
            </a:r>
          </a:p>
        </p:txBody>
      </p:sp>
      <p:pic>
        <p:nvPicPr>
          <p:cNvPr id="6" name="Объект 5">
            <a:extLst>
              <a:ext uri="{FF2B5EF4-FFF2-40B4-BE49-F238E27FC236}">
                <a16:creationId xmlns:a16="http://schemas.microsoft.com/office/drawing/2014/main" id="{FFE6E6C5-0F48-4C47-2A58-A527FA7E8F54}"/>
              </a:ext>
            </a:extLst>
          </p:cNvPr>
          <p:cNvPicPr>
            <a:picLocks noGrp="1" noChangeAspect="1"/>
          </p:cNvPicPr>
          <p:nvPr>
            <p:ph idx="1"/>
          </p:nvPr>
        </p:nvPicPr>
        <p:blipFill>
          <a:blip r:embed="rId3"/>
          <a:stretch>
            <a:fillRect/>
          </a:stretch>
        </p:blipFill>
        <p:spPr>
          <a:xfrm>
            <a:off x="838200" y="2239548"/>
            <a:ext cx="10515600" cy="3056767"/>
          </a:xfrm>
        </p:spPr>
      </p:pic>
      <p:sp>
        <p:nvSpPr>
          <p:cNvPr id="4" name="Номер слайда 3">
            <a:extLst>
              <a:ext uri="{FF2B5EF4-FFF2-40B4-BE49-F238E27FC236}">
                <a16:creationId xmlns:a16="http://schemas.microsoft.com/office/drawing/2014/main" id="{67211267-7F2B-C6A1-B5C9-36A4E8FC802C}"/>
              </a:ext>
            </a:extLst>
          </p:cNvPr>
          <p:cNvSpPr>
            <a:spLocks noGrp="1"/>
          </p:cNvSpPr>
          <p:nvPr>
            <p:ph type="sldNum" sz="quarter" idx="12"/>
          </p:nvPr>
        </p:nvSpPr>
        <p:spPr/>
        <p:txBody>
          <a:bodyPr/>
          <a:lstStyle/>
          <a:p>
            <a:fld id="{81C5FB71-5E9C-41B5-9BB8-3F1EBEAEB16A}" type="slidenum">
              <a:rPr lang="ru-RU" smtClean="0"/>
              <a:t>44</a:t>
            </a:fld>
            <a:endParaRPr lang="ru-RU"/>
          </a:p>
        </p:txBody>
      </p:sp>
    </p:spTree>
    <p:extLst>
      <p:ext uri="{BB962C8B-B14F-4D97-AF65-F5344CB8AC3E}">
        <p14:creationId xmlns:p14="http://schemas.microsoft.com/office/powerpoint/2010/main" val="1015271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AF0972-E795-6333-1599-6F1877A90A3E}"/>
              </a:ext>
            </a:extLst>
          </p:cNvPr>
          <p:cNvSpPr>
            <a:spLocks noGrp="1"/>
          </p:cNvSpPr>
          <p:nvPr>
            <p:ph type="title"/>
          </p:nvPr>
        </p:nvSpPr>
        <p:spPr/>
        <p:txBody>
          <a:bodyPr/>
          <a:lstStyle/>
          <a:p>
            <a:r>
              <a:rPr lang="ru-RU" dirty="0"/>
              <a:t>Методы визуализации</a:t>
            </a:r>
          </a:p>
        </p:txBody>
      </p:sp>
      <p:sp>
        <p:nvSpPr>
          <p:cNvPr id="3" name="Объект 2">
            <a:extLst>
              <a:ext uri="{FF2B5EF4-FFF2-40B4-BE49-F238E27FC236}">
                <a16:creationId xmlns:a16="http://schemas.microsoft.com/office/drawing/2014/main" id="{58FBD89D-60EE-BDDA-09F5-CBF7D07A9F19}"/>
              </a:ext>
            </a:extLst>
          </p:cNvPr>
          <p:cNvSpPr>
            <a:spLocks noGrp="1"/>
          </p:cNvSpPr>
          <p:nvPr>
            <p:ph idx="1"/>
          </p:nvPr>
        </p:nvSpPr>
        <p:spPr/>
        <p:txBody>
          <a:bodyPr/>
          <a:lstStyle/>
          <a:p>
            <a:r>
              <a:rPr lang="ru-RU" dirty="0"/>
              <a:t>Табличные и графические</a:t>
            </a:r>
          </a:p>
          <a:p>
            <a:r>
              <a:rPr lang="ru-RU" dirty="0"/>
              <a:t>Одномерные и многомерные</a:t>
            </a:r>
          </a:p>
          <a:p>
            <a:r>
              <a:rPr lang="ru-RU" dirty="0"/>
              <a:t>Общего назначения и специализированные</a:t>
            </a:r>
          </a:p>
          <a:p>
            <a:pPr marL="0" indent="0">
              <a:buNone/>
            </a:pPr>
            <a:endParaRPr lang="ru-RU" dirty="0"/>
          </a:p>
        </p:txBody>
      </p:sp>
      <p:sp>
        <p:nvSpPr>
          <p:cNvPr id="4" name="Номер слайда 3">
            <a:extLst>
              <a:ext uri="{FF2B5EF4-FFF2-40B4-BE49-F238E27FC236}">
                <a16:creationId xmlns:a16="http://schemas.microsoft.com/office/drawing/2014/main" id="{25FE5EDE-8628-3EA1-F37E-7700437576B1}"/>
              </a:ext>
            </a:extLst>
          </p:cNvPr>
          <p:cNvSpPr>
            <a:spLocks noGrp="1"/>
          </p:cNvSpPr>
          <p:nvPr>
            <p:ph type="sldNum" sz="quarter" idx="12"/>
          </p:nvPr>
        </p:nvSpPr>
        <p:spPr/>
        <p:txBody>
          <a:bodyPr/>
          <a:lstStyle/>
          <a:p>
            <a:fld id="{81C5FB71-5E9C-41B5-9BB8-3F1EBEAEB16A}" type="slidenum">
              <a:rPr lang="ru-RU" smtClean="0"/>
              <a:t>45</a:t>
            </a:fld>
            <a:endParaRPr lang="ru-RU"/>
          </a:p>
        </p:txBody>
      </p:sp>
      <p:graphicFrame>
        <p:nvGraphicFramePr>
          <p:cNvPr id="5" name="Схема 4">
            <a:extLst>
              <a:ext uri="{FF2B5EF4-FFF2-40B4-BE49-F238E27FC236}">
                <a16:creationId xmlns:a16="http://schemas.microsoft.com/office/drawing/2014/main" id="{1BCE0C4E-F0F0-3D32-35AE-7BB47CA25E67}"/>
              </a:ext>
            </a:extLst>
          </p:cNvPr>
          <p:cNvGraphicFramePr/>
          <p:nvPr>
            <p:extLst>
              <p:ext uri="{D42A27DB-BD31-4B8C-83A1-F6EECF244321}">
                <p14:modId xmlns:p14="http://schemas.microsoft.com/office/powerpoint/2010/main" val="1532454328"/>
              </p:ext>
            </p:extLst>
          </p:nvPr>
        </p:nvGraphicFramePr>
        <p:xfrm>
          <a:off x="2614431" y="2850825"/>
          <a:ext cx="6963137" cy="36880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61615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38F558-E4ED-2AD3-0F19-3F7131DF9F71}"/>
              </a:ext>
            </a:extLst>
          </p:cNvPr>
          <p:cNvSpPr>
            <a:spLocks noGrp="1"/>
          </p:cNvSpPr>
          <p:nvPr>
            <p:ph type="title"/>
          </p:nvPr>
        </p:nvSpPr>
        <p:spPr/>
        <p:txBody>
          <a:bodyPr/>
          <a:lstStyle/>
          <a:p>
            <a:r>
              <a:rPr lang="ru-RU" dirty="0"/>
              <a:t>Гистограмма</a:t>
            </a:r>
          </a:p>
        </p:txBody>
      </p:sp>
      <p:sp>
        <p:nvSpPr>
          <p:cNvPr id="4" name="Номер слайда 3">
            <a:extLst>
              <a:ext uri="{FF2B5EF4-FFF2-40B4-BE49-F238E27FC236}">
                <a16:creationId xmlns:a16="http://schemas.microsoft.com/office/drawing/2014/main" id="{BCD7ECE6-1E99-F60B-2721-5171F791CC3F}"/>
              </a:ext>
            </a:extLst>
          </p:cNvPr>
          <p:cNvSpPr>
            <a:spLocks noGrp="1"/>
          </p:cNvSpPr>
          <p:nvPr>
            <p:ph type="sldNum" sz="quarter" idx="12"/>
          </p:nvPr>
        </p:nvSpPr>
        <p:spPr/>
        <p:txBody>
          <a:bodyPr/>
          <a:lstStyle/>
          <a:p>
            <a:fld id="{81C5FB71-5E9C-41B5-9BB8-3F1EBEAEB16A}" type="slidenum">
              <a:rPr lang="ru-RU" smtClean="0"/>
              <a:t>46</a:t>
            </a:fld>
            <a:endParaRPr lang="ru-RU"/>
          </a:p>
        </p:txBody>
      </p:sp>
      <p:pic>
        <p:nvPicPr>
          <p:cNvPr id="8" name="Рисунок 7">
            <a:extLst>
              <a:ext uri="{FF2B5EF4-FFF2-40B4-BE49-F238E27FC236}">
                <a16:creationId xmlns:a16="http://schemas.microsoft.com/office/drawing/2014/main" id="{200863C6-D8DE-AA73-FB69-6CA96EAC4F01}"/>
              </a:ext>
            </a:extLst>
          </p:cNvPr>
          <p:cNvPicPr>
            <a:picLocks noChangeAspect="1"/>
          </p:cNvPicPr>
          <p:nvPr/>
        </p:nvPicPr>
        <p:blipFill>
          <a:blip r:embed="rId3"/>
          <a:stretch>
            <a:fillRect/>
          </a:stretch>
        </p:blipFill>
        <p:spPr>
          <a:xfrm>
            <a:off x="5845590" y="767513"/>
            <a:ext cx="6374700" cy="3597431"/>
          </a:xfrm>
          <a:prstGeom prst="rect">
            <a:avLst/>
          </a:prstGeom>
        </p:spPr>
      </p:pic>
      <p:pic>
        <p:nvPicPr>
          <p:cNvPr id="6" name="Объект 5">
            <a:extLst>
              <a:ext uri="{FF2B5EF4-FFF2-40B4-BE49-F238E27FC236}">
                <a16:creationId xmlns:a16="http://schemas.microsoft.com/office/drawing/2014/main" id="{E95CFD23-B415-211B-A519-DEC20E0DC755}"/>
              </a:ext>
            </a:extLst>
          </p:cNvPr>
          <p:cNvPicPr>
            <a:picLocks noGrp="1" noChangeAspect="1"/>
          </p:cNvPicPr>
          <p:nvPr>
            <p:ph idx="1"/>
          </p:nvPr>
        </p:nvPicPr>
        <p:blipFill>
          <a:blip r:embed="rId4"/>
          <a:stretch>
            <a:fillRect/>
          </a:stretch>
        </p:blipFill>
        <p:spPr>
          <a:xfrm>
            <a:off x="142590" y="3732801"/>
            <a:ext cx="6370320" cy="2905172"/>
          </a:xfrm>
        </p:spPr>
      </p:pic>
      <p:sp>
        <p:nvSpPr>
          <p:cNvPr id="9" name="TextBox 8">
            <a:extLst>
              <a:ext uri="{FF2B5EF4-FFF2-40B4-BE49-F238E27FC236}">
                <a16:creationId xmlns:a16="http://schemas.microsoft.com/office/drawing/2014/main" id="{C21E8395-4DBF-DCBF-FCDF-B38A5644108E}"/>
              </a:ext>
            </a:extLst>
          </p:cNvPr>
          <p:cNvSpPr txBox="1"/>
          <p:nvPr/>
        </p:nvSpPr>
        <p:spPr>
          <a:xfrm>
            <a:off x="498713" y="3192971"/>
            <a:ext cx="5686365" cy="523220"/>
          </a:xfrm>
          <a:prstGeom prst="rect">
            <a:avLst/>
          </a:prstGeom>
          <a:noFill/>
        </p:spPr>
        <p:txBody>
          <a:bodyPr wrap="none" rtlCol="0">
            <a:spAutoFit/>
          </a:bodyPr>
          <a:lstStyle/>
          <a:p>
            <a:r>
              <a:rPr lang="ru-RU" sz="2800" b="1" dirty="0"/>
              <a:t>Гистограмма относительных частот</a:t>
            </a:r>
          </a:p>
        </p:txBody>
      </p:sp>
      <p:sp>
        <p:nvSpPr>
          <p:cNvPr id="10" name="TextBox 9">
            <a:extLst>
              <a:ext uri="{FF2B5EF4-FFF2-40B4-BE49-F238E27FC236}">
                <a16:creationId xmlns:a16="http://schemas.microsoft.com/office/drawing/2014/main" id="{07107F0F-0C12-D17B-5722-AD8F425A192A}"/>
              </a:ext>
            </a:extLst>
          </p:cNvPr>
          <p:cNvSpPr txBox="1"/>
          <p:nvPr/>
        </p:nvSpPr>
        <p:spPr>
          <a:xfrm>
            <a:off x="7246965" y="4662167"/>
            <a:ext cx="3841629" cy="523220"/>
          </a:xfrm>
          <a:prstGeom prst="rect">
            <a:avLst/>
          </a:prstGeom>
          <a:noFill/>
        </p:spPr>
        <p:txBody>
          <a:bodyPr wrap="none" rtlCol="0">
            <a:spAutoFit/>
          </a:bodyPr>
          <a:lstStyle/>
          <a:p>
            <a:r>
              <a:rPr lang="ru-RU" sz="2800" b="1" dirty="0"/>
              <a:t>Гистограмма количеств</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F40BC4C-F538-8275-F216-F3A919005307}"/>
                  </a:ext>
                </a:extLst>
              </p:cNvPr>
              <p:cNvSpPr txBox="1"/>
              <p:nvPr/>
            </p:nvSpPr>
            <p:spPr>
              <a:xfrm>
                <a:off x="1682545" y="1920299"/>
                <a:ext cx="297921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𝑘</m:t>
                      </m:r>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panose="02040503050406030204" pitchFamily="18" charset="0"/>
                                    </a:rPr>
                                    <m:t>log</m:t>
                                  </m:r>
                                </m:e>
                                <m:sub>
                                  <m:r>
                                    <a:rPr lang="en-US" sz="2800" i="1">
                                      <a:latin typeface="Cambria Math" panose="02040503050406030204" pitchFamily="18" charset="0"/>
                                    </a:rPr>
                                    <m:t>2</m:t>
                                  </m:r>
                                </m:sub>
                              </m:sSub>
                            </m:fName>
                            <m:e>
                              <m:r>
                                <a:rPr lang="en-US" sz="2800" i="1">
                                  <a:latin typeface="Cambria Math" panose="02040503050406030204" pitchFamily="18" charset="0"/>
                                </a:rPr>
                                <m:t>(</m:t>
                              </m:r>
                              <m:r>
                                <a:rPr lang="en-US" sz="2800" i="1">
                                  <a:latin typeface="Cambria Math" panose="02040503050406030204" pitchFamily="18" charset="0"/>
                                </a:rPr>
                                <m:t>𝑛</m:t>
                              </m:r>
                              <m:r>
                                <a:rPr lang="en-US" sz="2800" i="1">
                                  <a:latin typeface="Cambria Math" panose="02040503050406030204" pitchFamily="18" charset="0"/>
                                </a:rPr>
                                <m:t>)</m:t>
                              </m:r>
                            </m:e>
                          </m:func>
                        </m:e>
                      </m:d>
                      <m:r>
                        <a:rPr lang="en-US" sz="2800" b="0" i="1" smtClean="0">
                          <a:latin typeface="Cambria Math" panose="02040503050406030204" pitchFamily="18" charset="0"/>
                        </a:rPr>
                        <m:t>+1</m:t>
                      </m:r>
                    </m:oMath>
                  </m:oMathPara>
                </a14:m>
                <a:endParaRPr lang="ru-RU" sz="2800" dirty="0"/>
              </a:p>
            </p:txBody>
          </p:sp>
        </mc:Choice>
        <mc:Fallback xmlns="">
          <p:sp>
            <p:nvSpPr>
              <p:cNvPr id="11" name="TextBox 10">
                <a:extLst>
                  <a:ext uri="{FF2B5EF4-FFF2-40B4-BE49-F238E27FC236}">
                    <a16:creationId xmlns:a16="http://schemas.microsoft.com/office/drawing/2014/main" id="{9F40BC4C-F538-8275-F216-F3A919005307}"/>
                  </a:ext>
                </a:extLst>
              </p:cNvPr>
              <p:cNvSpPr txBox="1">
                <a:spLocks noRot="1" noChangeAspect="1" noMove="1" noResize="1" noEditPoints="1" noAdjustHandles="1" noChangeArrowheads="1" noChangeShapeType="1" noTextEdit="1"/>
              </p:cNvSpPr>
              <p:nvPr/>
            </p:nvSpPr>
            <p:spPr>
              <a:xfrm>
                <a:off x="1682545" y="1920299"/>
                <a:ext cx="2979214" cy="523220"/>
              </a:xfrm>
              <a:prstGeom prst="rect">
                <a:avLst/>
              </a:prstGeom>
              <a:blipFill>
                <a:blip r:embed="rId5"/>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15240561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15A42B-61FA-A2C6-D2CD-5A7AFABDE62D}"/>
              </a:ext>
            </a:extLst>
          </p:cNvPr>
          <p:cNvSpPr>
            <a:spLocks noGrp="1"/>
          </p:cNvSpPr>
          <p:nvPr>
            <p:ph type="title"/>
          </p:nvPr>
        </p:nvSpPr>
        <p:spPr/>
        <p:txBody>
          <a:bodyPr/>
          <a:lstStyle/>
          <a:p>
            <a:r>
              <a:rPr lang="ru-RU" dirty="0"/>
              <a:t>Распределения вероятностей</a:t>
            </a:r>
          </a:p>
        </p:txBody>
      </p:sp>
      <p:sp>
        <p:nvSpPr>
          <p:cNvPr id="4" name="Номер слайда 3">
            <a:extLst>
              <a:ext uri="{FF2B5EF4-FFF2-40B4-BE49-F238E27FC236}">
                <a16:creationId xmlns:a16="http://schemas.microsoft.com/office/drawing/2014/main" id="{C8B7C83B-3BA6-0273-1AE7-BEF01248B4FE}"/>
              </a:ext>
            </a:extLst>
          </p:cNvPr>
          <p:cNvSpPr>
            <a:spLocks noGrp="1"/>
          </p:cNvSpPr>
          <p:nvPr>
            <p:ph type="sldNum" sz="quarter" idx="12"/>
          </p:nvPr>
        </p:nvSpPr>
        <p:spPr/>
        <p:txBody>
          <a:bodyPr/>
          <a:lstStyle/>
          <a:p>
            <a:fld id="{81C5FB71-5E9C-41B5-9BB8-3F1EBEAEB16A}" type="slidenum">
              <a:rPr lang="ru-RU" smtClean="0"/>
              <a:t>47</a:t>
            </a:fld>
            <a:endParaRPr lang="ru-RU"/>
          </a:p>
        </p:txBody>
      </p:sp>
      <p:pic>
        <p:nvPicPr>
          <p:cNvPr id="3074" name="Picture 2" descr="Picture background">
            <a:extLst>
              <a:ext uri="{FF2B5EF4-FFF2-40B4-BE49-F238E27FC236}">
                <a16:creationId xmlns:a16="http://schemas.microsoft.com/office/drawing/2014/main" id="{5EB650C6-C944-3E70-9A53-D4E14C72E27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6145" r="10654" b="16291"/>
          <a:stretch/>
        </p:blipFill>
        <p:spPr bwMode="auto">
          <a:xfrm>
            <a:off x="2333367" y="1170847"/>
            <a:ext cx="7525265" cy="5076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49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DCD745-9D08-EABD-E6CD-817D023FCEAC}"/>
              </a:ext>
            </a:extLst>
          </p:cNvPr>
          <p:cNvSpPr>
            <a:spLocks noGrp="1"/>
          </p:cNvSpPr>
          <p:nvPr>
            <p:ph type="title"/>
          </p:nvPr>
        </p:nvSpPr>
        <p:spPr/>
        <p:txBody>
          <a:bodyPr/>
          <a:lstStyle/>
          <a:p>
            <a:r>
              <a:rPr lang="ru-RU" dirty="0"/>
              <a:t>Гистограмма плотности распределения</a:t>
            </a:r>
          </a:p>
        </p:txBody>
      </p:sp>
      <p:sp>
        <p:nvSpPr>
          <p:cNvPr id="4" name="Номер слайда 3">
            <a:extLst>
              <a:ext uri="{FF2B5EF4-FFF2-40B4-BE49-F238E27FC236}">
                <a16:creationId xmlns:a16="http://schemas.microsoft.com/office/drawing/2014/main" id="{B95C41C7-34A9-C294-9B01-EC7E402D8725}"/>
              </a:ext>
            </a:extLst>
          </p:cNvPr>
          <p:cNvSpPr>
            <a:spLocks noGrp="1"/>
          </p:cNvSpPr>
          <p:nvPr>
            <p:ph type="sldNum" sz="quarter" idx="12"/>
          </p:nvPr>
        </p:nvSpPr>
        <p:spPr/>
        <p:txBody>
          <a:bodyPr/>
          <a:lstStyle/>
          <a:p>
            <a:fld id="{81C5FB71-5E9C-41B5-9BB8-3F1EBEAEB16A}" type="slidenum">
              <a:rPr lang="ru-RU" smtClean="0"/>
              <a:t>48</a:t>
            </a:fld>
            <a:endParaRPr lang="ru-RU"/>
          </a:p>
        </p:txBody>
      </p:sp>
      <p:pic>
        <p:nvPicPr>
          <p:cNvPr id="4098" name="Picture 2" descr="Picture background">
            <a:extLst>
              <a:ext uri="{FF2B5EF4-FFF2-40B4-BE49-F238E27FC236}">
                <a16:creationId xmlns:a16="http://schemas.microsoft.com/office/drawing/2014/main" id="{FA3714C0-F757-E597-64A8-83EC83ACF6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354567"/>
            <a:ext cx="5772439" cy="481806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icture background">
            <a:extLst>
              <a:ext uri="{FF2B5EF4-FFF2-40B4-BE49-F238E27FC236}">
                <a16:creationId xmlns:a16="http://schemas.microsoft.com/office/drawing/2014/main" id="{B98EB119-C33C-C556-4A5F-6F1A6197DE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1276" y="1170847"/>
            <a:ext cx="6120724" cy="4818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3614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73AECC-92E9-34C7-533C-D823E7E6F2CC}"/>
              </a:ext>
            </a:extLst>
          </p:cNvPr>
          <p:cNvSpPr>
            <a:spLocks noGrp="1"/>
          </p:cNvSpPr>
          <p:nvPr>
            <p:ph type="title"/>
          </p:nvPr>
        </p:nvSpPr>
        <p:spPr/>
        <p:txBody>
          <a:bodyPr/>
          <a:lstStyle/>
          <a:p>
            <a:r>
              <a:rPr lang="ru-RU" dirty="0"/>
              <a:t>Ящик с усами</a:t>
            </a:r>
          </a:p>
        </p:txBody>
      </p:sp>
      <p:pic>
        <p:nvPicPr>
          <p:cNvPr id="6" name="Объект 5">
            <a:extLst>
              <a:ext uri="{FF2B5EF4-FFF2-40B4-BE49-F238E27FC236}">
                <a16:creationId xmlns:a16="http://schemas.microsoft.com/office/drawing/2014/main" id="{BD99AA9D-FB05-BC7F-F121-C9E10158FEE2}"/>
              </a:ext>
            </a:extLst>
          </p:cNvPr>
          <p:cNvPicPr>
            <a:picLocks noGrp="1" noChangeAspect="1"/>
          </p:cNvPicPr>
          <p:nvPr>
            <p:ph idx="1"/>
          </p:nvPr>
        </p:nvPicPr>
        <p:blipFill>
          <a:blip r:embed="rId2"/>
          <a:stretch>
            <a:fillRect/>
          </a:stretch>
        </p:blipFill>
        <p:spPr>
          <a:xfrm>
            <a:off x="6535662" y="1170847"/>
            <a:ext cx="5299054" cy="4818063"/>
          </a:xfrm>
        </p:spPr>
      </p:pic>
      <p:sp>
        <p:nvSpPr>
          <p:cNvPr id="4" name="Номер слайда 3">
            <a:extLst>
              <a:ext uri="{FF2B5EF4-FFF2-40B4-BE49-F238E27FC236}">
                <a16:creationId xmlns:a16="http://schemas.microsoft.com/office/drawing/2014/main" id="{22647A37-BE73-D854-70D8-3FACF804F62C}"/>
              </a:ext>
            </a:extLst>
          </p:cNvPr>
          <p:cNvSpPr>
            <a:spLocks noGrp="1"/>
          </p:cNvSpPr>
          <p:nvPr>
            <p:ph type="sldNum" sz="quarter" idx="12"/>
          </p:nvPr>
        </p:nvSpPr>
        <p:spPr/>
        <p:txBody>
          <a:bodyPr/>
          <a:lstStyle/>
          <a:p>
            <a:fld id="{81C5FB71-5E9C-41B5-9BB8-3F1EBEAEB16A}" type="slidenum">
              <a:rPr lang="ru-RU" smtClean="0"/>
              <a:t>49</a:t>
            </a:fld>
            <a:endParaRPr lang="ru-RU"/>
          </a:p>
        </p:txBody>
      </p:sp>
      <p:pic>
        <p:nvPicPr>
          <p:cNvPr id="2050" name="Picture 2" descr="Picture background">
            <a:extLst>
              <a:ext uri="{FF2B5EF4-FFF2-40B4-BE49-F238E27FC236}">
                <a16:creationId xmlns:a16="http://schemas.microsoft.com/office/drawing/2014/main" id="{0F7B5A31-CCF6-E772-3DC4-38584B748A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427228"/>
            <a:ext cx="5953125" cy="430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7663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012BB2-9763-B4E9-F794-5E965D8D433F}"/>
              </a:ext>
            </a:extLst>
          </p:cNvPr>
          <p:cNvSpPr>
            <a:spLocks noGrp="1"/>
          </p:cNvSpPr>
          <p:nvPr>
            <p:ph type="title"/>
          </p:nvPr>
        </p:nvSpPr>
        <p:spPr/>
        <p:txBody>
          <a:bodyPr/>
          <a:lstStyle/>
          <a:p>
            <a:r>
              <a:rPr lang="ru-RU" dirty="0"/>
              <a:t>Гистограмма и ящик с усами</a:t>
            </a:r>
          </a:p>
        </p:txBody>
      </p:sp>
      <p:sp>
        <p:nvSpPr>
          <p:cNvPr id="4" name="Номер слайда 3">
            <a:extLst>
              <a:ext uri="{FF2B5EF4-FFF2-40B4-BE49-F238E27FC236}">
                <a16:creationId xmlns:a16="http://schemas.microsoft.com/office/drawing/2014/main" id="{0E91A584-7BAE-07BE-3875-9CFBE09EB4C0}"/>
              </a:ext>
            </a:extLst>
          </p:cNvPr>
          <p:cNvSpPr>
            <a:spLocks noGrp="1"/>
          </p:cNvSpPr>
          <p:nvPr>
            <p:ph type="sldNum" sz="quarter" idx="12"/>
          </p:nvPr>
        </p:nvSpPr>
        <p:spPr/>
        <p:txBody>
          <a:bodyPr/>
          <a:lstStyle/>
          <a:p>
            <a:fld id="{81C5FB71-5E9C-41B5-9BB8-3F1EBEAEB16A}" type="slidenum">
              <a:rPr lang="ru-RU" smtClean="0"/>
              <a:t>50</a:t>
            </a:fld>
            <a:endParaRPr lang="ru-RU"/>
          </a:p>
        </p:txBody>
      </p:sp>
      <p:pic>
        <p:nvPicPr>
          <p:cNvPr id="11" name="Объект 10">
            <a:extLst>
              <a:ext uri="{FF2B5EF4-FFF2-40B4-BE49-F238E27FC236}">
                <a16:creationId xmlns:a16="http://schemas.microsoft.com/office/drawing/2014/main" id="{723F2C67-CB9D-5BE3-4E65-97D87CEAA333}"/>
              </a:ext>
            </a:extLst>
          </p:cNvPr>
          <p:cNvPicPr>
            <a:picLocks noGrp="1" noChangeAspect="1"/>
          </p:cNvPicPr>
          <p:nvPr>
            <p:ph idx="1"/>
          </p:nvPr>
        </p:nvPicPr>
        <p:blipFill>
          <a:blip r:embed="rId2"/>
          <a:stretch>
            <a:fillRect/>
          </a:stretch>
        </p:blipFill>
        <p:spPr>
          <a:xfrm>
            <a:off x="102409" y="1665258"/>
            <a:ext cx="7302843" cy="3685075"/>
          </a:xfrm>
          <a:prstGeom prst="rect">
            <a:avLst/>
          </a:prstGeom>
        </p:spPr>
      </p:pic>
      <p:pic>
        <p:nvPicPr>
          <p:cNvPr id="1030" name="Picture 6" descr="Picture background">
            <a:extLst>
              <a:ext uri="{FF2B5EF4-FFF2-40B4-BE49-F238E27FC236}">
                <a16:creationId xmlns:a16="http://schemas.microsoft.com/office/drawing/2014/main" id="{50A3450E-0838-C90D-5696-390AAF4C1E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5252" y="731818"/>
            <a:ext cx="4691584" cy="5112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44811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8F8CE1-6454-47FE-9380-961845E33194}"/>
              </a:ext>
            </a:extLst>
          </p:cNvPr>
          <p:cNvSpPr>
            <a:spLocks noGrp="1"/>
          </p:cNvSpPr>
          <p:nvPr>
            <p:ph type="title"/>
          </p:nvPr>
        </p:nvSpPr>
        <p:spPr/>
        <p:txBody>
          <a:bodyPr/>
          <a:lstStyle/>
          <a:p>
            <a:r>
              <a:rPr lang="ru-RU" dirty="0"/>
              <a:t>Линейный график</a:t>
            </a:r>
          </a:p>
        </p:txBody>
      </p:sp>
      <p:sp>
        <p:nvSpPr>
          <p:cNvPr id="4" name="Номер слайда 3">
            <a:extLst>
              <a:ext uri="{FF2B5EF4-FFF2-40B4-BE49-F238E27FC236}">
                <a16:creationId xmlns:a16="http://schemas.microsoft.com/office/drawing/2014/main" id="{FC395F27-4CAF-C2F0-A28B-34AB744974B8}"/>
              </a:ext>
            </a:extLst>
          </p:cNvPr>
          <p:cNvSpPr>
            <a:spLocks noGrp="1"/>
          </p:cNvSpPr>
          <p:nvPr>
            <p:ph type="sldNum" sz="quarter" idx="12"/>
          </p:nvPr>
        </p:nvSpPr>
        <p:spPr/>
        <p:txBody>
          <a:bodyPr/>
          <a:lstStyle/>
          <a:p>
            <a:fld id="{81C5FB71-5E9C-41B5-9BB8-3F1EBEAEB16A}" type="slidenum">
              <a:rPr lang="ru-RU" smtClean="0"/>
              <a:t>51</a:t>
            </a:fld>
            <a:endParaRPr lang="ru-RU"/>
          </a:p>
        </p:txBody>
      </p:sp>
      <p:pic>
        <p:nvPicPr>
          <p:cNvPr id="18434" name="Picture 2" descr="Picture background">
            <a:extLst>
              <a:ext uri="{FF2B5EF4-FFF2-40B4-BE49-F238E27FC236}">
                <a16:creationId xmlns:a16="http://schemas.microsoft.com/office/drawing/2014/main" id="{F799FF7C-4924-30AD-0A2D-E9F4860363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17330" y="1377081"/>
            <a:ext cx="7557339" cy="4103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4817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126794-8700-B091-242A-179337E2136F}"/>
              </a:ext>
            </a:extLst>
          </p:cNvPr>
          <p:cNvSpPr>
            <a:spLocks noGrp="1"/>
          </p:cNvSpPr>
          <p:nvPr>
            <p:ph type="title"/>
          </p:nvPr>
        </p:nvSpPr>
        <p:spPr/>
        <p:txBody>
          <a:bodyPr/>
          <a:lstStyle/>
          <a:p>
            <a:r>
              <a:rPr lang="ru-RU" dirty="0"/>
              <a:t>Диаграмма разброса</a:t>
            </a:r>
          </a:p>
        </p:txBody>
      </p:sp>
      <p:pic>
        <p:nvPicPr>
          <p:cNvPr id="6" name="Объект 5">
            <a:extLst>
              <a:ext uri="{FF2B5EF4-FFF2-40B4-BE49-F238E27FC236}">
                <a16:creationId xmlns:a16="http://schemas.microsoft.com/office/drawing/2014/main" id="{EA862DE0-28D2-F2DA-D80E-330F763C0AE4}"/>
              </a:ext>
            </a:extLst>
          </p:cNvPr>
          <p:cNvPicPr>
            <a:picLocks noGrp="1" noChangeAspect="1"/>
          </p:cNvPicPr>
          <p:nvPr>
            <p:ph idx="1"/>
          </p:nvPr>
        </p:nvPicPr>
        <p:blipFill>
          <a:blip r:embed="rId2"/>
          <a:stretch>
            <a:fillRect/>
          </a:stretch>
        </p:blipFill>
        <p:spPr>
          <a:xfrm>
            <a:off x="1304925" y="1915319"/>
            <a:ext cx="9582150" cy="3705225"/>
          </a:xfrm>
        </p:spPr>
      </p:pic>
      <p:sp>
        <p:nvSpPr>
          <p:cNvPr id="4" name="Номер слайда 3">
            <a:extLst>
              <a:ext uri="{FF2B5EF4-FFF2-40B4-BE49-F238E27FC236}">
                <a16:creationId xmlns:a16="http://schemas.microsoft.com/office/drawing/2014/main" id="{9E2C4920-90A4-E266-C81A-CF708950B1FC}"/>
              </a:ext>
            </a:extLst>
          </p:cNvPr>
          <p:cNvSpPr>
            <a:spLocks noGrp="1"/>
          </p:cNvSpPr>
          <p:nvPr>
            <p:ph type="sldNum" sz="quarter" idx="12"/>
          </p:nvPr>
        </p:nvSpPr>
        <p:spPr/>
        <p:txBody>
          <a:bodyPr/>
          <a:lstStyle/>
          <a:p>
            <a:fld id="{81C5FB71-5E9C-41B5-9BB8-3F1EBEAEB16A}" type="slidenum">
              <a:rPr lang="ru-RU" smtClean="0"/>
              <a:t>52</a:t>
            </a:fld>
            <a:endParaRPr lang="ru-RU"/>
          </a:p>
        </p:txBody>
      </p:sp>
    </p:spTree>
    <p:extLst>
      <p:ext uri="{BB962C8B-B14F-4D97-AF65-F5344CB8AC3E}">
        <p14:creationId xmlns:p14="http://schemas.microsoft.com/office/powerpoint/2010/main" val="39281250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E68717-B19F-8FC7-C41E-350A58A9AD68}"/>
              </a:ext>
            </a:extLst>
          </p:cNvPr>
          <p:cNvSpPr>
            <a:spLocks noGrp="1"/>
          </p:cNvSpPr>
          <p:nvPr>
            <p:ph type="title"/>
          </p:nvPr>
        </p:nvSpPr>
        <p:spPr/>
        <p:txBody>
          <a:bodyPr/>
          <a:lstStyle/>
          <a:p>
            <a:r>
              <a:rPr lang="ru-RU" dirty="0"/>
              <a:t>Контурный график и график шестиугольников</a:t>
            </a:r>
          </a:p>
        </p:txBody>
      </p:sp>
      <p:sp>
        <p:nvSpPr>
          <p:cNvPr id="4" name="Номер слайда 3">
            <a:extLst>
              <a:ext uri="{FF2B5EF4-FFF2-40B4-BE49-F238E27FC236}">
                <a16:creationId xmlns:a16="http://schemas.microsoft.com/office/drawing/2014/main" id="{642E1383-C39A-0AD4-09FF-8BD74B607A97}"/>
              </a:ext>
            </a:extLst>
          </p:cNvPr>
          <p:cNvSpPr>
            <a:spLocks noGrp="1"/>
          </p:cNvSpPr>
          <p:nvPr>
            <p:ph type="sldNum" sz="quarter" idx="12"/>
          </p:nvPr>
        </p:nvSpPr>
        <p:spPr/>
        <p:txBody>
          <a:bodyPr/>
          <a:lstStyle/>
          <a:p>
            <a:fld id="{81C5FB71-5E9C-41B5-9BB8-3F1EBEAEB16A}" type="slidenum">
              <a:rPr lang="ru-RU" smtClean="0"/>
              <a:t>53</a:t>
            </a:fld>
            <a:endParaRPr lang="ru-RU"/>
          </a:p>
        </p:txBody>
      </p:sp>
      <p:pic>
        <p:nvPicPr>
          <p:cNvPr id="16386" name="Picture 2" descr="Picture background">
            <a:extLst>
              <a:ext uri="{FF2B5EF4-FFF2-40B4-BE49-F238E27FC236}">
                <a16:creationId xmlns:a16="http://schemas.microsoft.com/office/drawing/2014/main" id="{64F95AB4-E47F-31A4-D5F5-21574A5386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3989" y="1052385"/>
            <a:ext cx="5734824" cy="5734824"/>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enter image description here">
            <a:extLst>
              <a:ext uri="{FF2B5EF4-FFF2-40B4-BE49-F238E27FC236}">
                <a16:creationId xmlns:a16="http://schemas.microsoft.com/office/drawing/2014/main" id="{319AC178-FE10-FFA6-8689-579653FB91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135" r="21946"/>
          <a:stretch/>
        </p:blipFill>
        <p:spPr bwMode="auto">
          <a:xfrm>
            <a:off x="6636254" y="2268638"/>
            <a:ext cx="4530105" cy="4087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5054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BFB82E-48C2-C0F9-3AFE-82A55DAEE9BD}"/>
              </a:ext>
            </a:extLst>
          </p:cNvPr>
          <p:cNvSpPr>
            <a:spLocks noGrp="1"/>
          </p:cNvSpPr>
          <p:nvPr>
            <p:ph type="title"/>
          </p:nvPr>
        </p:nvSpPr>
        <p:spPr/>
        <p:txBody>
          <a:bodyPr/>
          <a:lstStyle/>
          <a:p>
            <a:r>
              <a:rPr lang="ru-RU" dirty="0"/>
              <a:t>Масштабируемость визуализации</a:t>
            </a:r>
          </a:p>
        </p:txBody>
      </p:sp>
      <p:sp>
        <p:nvSpPr>
          <p:cNvPr id="4" name="Номер слайда 3">
            <a:extLst>
              <a:ext uri="{FF2B5EF4-FFF2-40B4-BE49-F238E27FC236}">
                <a16:creationId xmlns:a16="http://schemas.microsoft.com/office/drawing/2014/main" id="{CE4D08B5-55B8-EDAB-194C-D3677CD17379}"/>
              </a:ext>
            </a:extLst>
          </p:cNvPr>
          <p:cNvSpPr>
            <a:spLocks noGrp="1"/>
          </p:cNvSpPr>
          <p:nvPr>
            <p:ph type="sldNum" sz="quarter" idx="12"/>
          </p:nvPr>
        </p:nvSpPr>
        <p:spPr/>
        <p:txBody>
          <a:bodyPr/>
          <a:lstStyle/>
          <a:p>
            <a:fld id="{81C5FB71-5E9C-41B5-9BB8-3F1EBEAEB16A}" type="slidenum">
              <a:rPr lang="ru-RU" smtClean="0"/>
              <a:t>54</a:t>
            </a:fld>
            <a:endParaRPr lang="ru-RU"/>
          </a:p>
        </p:txBody>
      </p:sp>
      <p:pic>
        <p:nvPicPr>
          <p:cNvPr id="17410" name="Picture 2" descr="Picture background">
            <a:extLst>
              <a:ext uri="{FF2B5EF4-FFF2-40B4-BE49-F238E27FC236}">
                <a16:creationId xmlns:a16="http://schemas.microsoft.com/office/drawing/2014/main" id="{66B1BBB5-B605-89FE-9D49-A8575220757E}"/>
              </a:ext>
            </a:extLst>
          </p:cNvPr>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913392"/>
            <a:ext cx="5181600" cy="3701142"/>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Picture background">
            <a:extLst>
              <a:ext uri="{FF2B5EF4-FFF2-40B4-BE49-F238E27FC236}">
                <a16:creationId xmlns:a16="http://schemas.microsoft.com/office/drawing/2014/main" id="{4658A111-B498-E74D-EF8B-C346B5B9E23C}"/>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1913392"/>
            <a:ext cx="5181600" cy="3701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589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407422-3CB0-6A8D-81CE-F74FE1CC07DD}"/>
              </a:ext>
            </a:extLst>
          </p:cNvPr>
          <p:cNvSpPr>
            <a:spLocks noGrp="1"/>
          </p:cNvSpPr>
          <p:nvPr>
            <p:ph type="title"/>
          </p:nvPr>
        </p:nvSpPr>
        <p:spPr/>
        <p:txBody>
          <a:bodyPr/>
          <a:lstStyle/>
          <a:p>
            <a:r>
              <a:rPr lang="ru-RU" dirty="0"/>
              <a:t>Плоское дерево</a:t>
            </a:r>
          </a:p>
        </p:txBody>
      </p:sp>
      <p:sp>
        <p:nvSpPr>
          <p:cNvPr id="4" name="Номер слайда 3">
            <a:extLst>
              <a:ext uri="{FF2B5EF4-FFF2-40B4-BE49-F238E27FC236}">
                <a16:creationId xmlns:a16="http://schemas.microsoft.com/office/drawing/2014/main" id="{C5EC0C6E-FE8A-AC5C-A1E7-B59FAFA50CDC}"/>
              </a:ext>
            </a:extLst>
          </p:cNvPr>
          <p:cNvSpPr>
            <a:spLocks noGrp="1"/>
          </p:cNvSpPr>
          <p:nvPr>
            <p:ph type="sldNum" sz="quarter" idx="12"/>
          </p:nvPr>
        </p:nvSpPr>
        <p:spPr/>
        <p:txBody>
          <a:bodyPr/>
          <a:lstStyle/>
          <a:p>
            <a:fld id="{81C5FB71-5E9C-41B5-9BB8-3F1EBEAEB16A}" type="slidenum">
              <a:rPr lang="ru-RU" smtClean="0"/>
              <a:t>55</a:t>
            </a:fld>
            <a:endParaRPr lang="ru-RU"/>
          </a:p>
        </p:txBody>
      </p:sp>
      <p:pic>
        <p:nvPicPr>
          <p:cNvPr id="15362" name="Picture 2" descr="Picture background">
            <a:extLst>
              <a:ext uri="{FF2B5EF4-FFF2-40B4-BE49-F238E27FC236}">
                <a16:creationId xmlns:a16="http://schemas.microsoft.com/office/drawing/2014/main" id="{294E8B2D-DDD5-AC2F-7858-C47FC28BA09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2852" y="1342535"/>
            <a:ext cx="9946296" cy="4842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16756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35A8A3-5AA2-B069-52FE-C3C0A1A3E4C7}"/>
              </a:ext>
            </a:extLst>
          </p:cNvPr>
          <p:cNvSpPr>
            <a:spLocks noGrp="1"/>
          </p:cNvSpPr>
          <p:nvPr>
            <p:ph type="title"/>
          </p:nvPr>
        </p:nvSpPr>
        <p:spPr/>
        <p:txBody>
          <a:bodyPr/>
          <a:lstStyle/>
          <a:p>
            <a:r>
              <a:rPr lang="ru-RU" dirty="0"/>
              <a:t>Облако слов</a:t>
            </a:r>
          </a:p>
        </p:txBody>
      </p:sp>
      <p:sp>
        <p:nvSpPr>
          <p:cNvPr id="4" name="Номер слайда 3">
            <a:extLst>
              <a:ext uri="{FF2B5EF4-FFF2-40B4-BE49-F238E27FC236}">
                <a16:creationId xmlns:a16="http://schemas.microsoft.com/office/drawing/2014/main" id="{272075AA-01CB-ECB6-97A8-FD8FB7BEAA58}"/>
              </a:ext>
            </a:extLst>
          </p:cNvPr>
          <p:cNvSpPr>
            <a:spLocks noGrp="1"/>
          </p:cNvSpPr>
          <p:nvPr>
            <p:ph type="sldNum" sz="quarter" idx="12"/>
          </p:nvPr>
        </p:nvSpPr>
        <p:spPr/>
        <p:txBody>
          <a:bodyPr/>
          <a:lstStyle/>
          <a:p>
            <a:fld id="{81C5FB71-5E9C-41B5-9BB8-3F1EBEAEB16A}" type="slidenum">
              <a:rPr lang="ru-RU" smtClean="0"/>
              <a:t>56</a:t>
            </a:fld>
            <a:endParaRPr lang="ru-RU"/>
          </a:p>
        </p:txBody>
      </p:sp>
      <p:pic>
        <p:nvPicPr>
          <p:cNvPr id="5122" name="Picture 2">
            <a:extLst>
              <a:ext uri="{FF2B5EF4-FFF2-40B4-BE49-F238E27FC236}">
                <a16:creationId xmlns:a16="http://schemas.microsoft.com/office/drawing/2014/main" id="{0DDEA653-B313-8CC6-A526-4599AE85362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354567"/>
            <a:ext cx="4818063" cy="481806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icture background">
            <a:extLst>
              <a:ext uri="{FF2B5EF4-FFF2-40B4-BE49-F238E27FC236}">
                <a16:creationId xmlns:a16="http://schemas.microsoft.com/office/drawing/2014/main" id="{76A5642D-605F-C1DA-9949-6BFF0A4CE5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5888" y="1857214"/>
            <a:ext cx="6046112" cy="3660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4454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36E76F-B38F-8AB7-2F06-5421887A956C}"/>
              </a:ext>
            </a:extLst>
          </p:cNvPr>
          <p:cNvSpPr>
            <a:spLocks noGrp="1"/>
          </p:cNvSpPr>
          <p:nvPr>
            <p:ph type="title"/>
          </p:nvPr>
        </p:nvSpPr>
        <p:spPr/>
        <p:txBody>
          <a:bodyPr/>
          <a:lstStyle/>
          <a:p>
            <a:r>
              <a:rPr lang="en-US" dirty="0"/>
              <a:t>OLAP-</a:t>
            </a:r>
            <a:r>
              <a:rPr lang="ru-RU" dirty="0"/>
              <a:t>куб</a:t>
            </a:r>
          </a:p>
        </p:txBody>
      </p:sp>
      <p:pic>
        <p:nvPicPr>
          <p:cNvPr id="6" name="Объект 5">
            <a:extLst>
              <a:ext uri="{FF2B5EF4-FFF2-40B4-BE49-F238E27FC236}">
                <a16:creationId xmlns:a16="http://schemas.microsoft.com/office/drawing/2014/main" id="{EE458FFD-F93D-1F78-D191-61D9CB6A8DF1}"/>
              </a:ext>
            </a:extLst>
          </p:cNvPr>
          <p:cNvPicPr>
            <a:picLocks noGrp="1" noChangeAspect="1"/>
          </p:cNvPicPr>
          <p:nvPr>
            <p:ph idx="1"/>
          </p:nvPr>
        </p:nvPicPr>
        <p:blipFill>
          <a:blip r:embed="rId3"/>
          <a:stretch>
            <a:fillRect/>
          </a:stretch>
        </p:blipFill>
        <p:spPr>
          <a:xfrm>
            <a:off x="2281237" y="1634761"/>
            <a:ext cx="7629525" cy="4257675"/>
          </a:xfrm>
        </p:spPr>
      </p:pic>
      <p:sp>
        <p:nvSpPr>
          <p:cNvPr id="4" name="Номер слайда 3">
            <a:extLst>
              <a:ext uri="{FF2B5EF4-FFF2-40B4-BE49-F238E27FC236}">
                <a16:creationId xmlns:a16="http://schemas.microsoft.com/office/drawing/2014/main" id="{7EC30BA3-D812-37E2-DD05-23F48E8D82DD}"/>
              </a:ext>
            </a:extLst>
          </p:cNvPr>
          <p:cNvSpPr>
            <a:spLocks noGrp="1"/>
          </p:cNvSpPr>
          <p:nvPr>
            <p:ph type="sldNum" sz="quarter" idx="12"/>
          </p:nvPr>
        </p:nvSpPr>
        <p:spPr/>
        <p:txBody>
          <a:bodyPr/>
          <a:lstStyle/>
          <a:p>
            <a:fld id="{81C5FB71-5E9C-41B5-9BB8-3F1EBEAEB16A}" type="slidenum">
              <a:rPr lang="ru-RU" smtClean="0"/>
              <a:t>57</a:t>
            </a:fld>
            <a:endParaRPr lang="ru-RU"/>
          </a:p>
        </p:txBody>
      </p:sp>
    </p:spTree>
    <p:extLst>
      <p:ext uri="{BB962C8B-B14F-4D97-AF65-F5344CB8AC3E}">
        <p14:creationId xmlns:p14="http://schemas.microsoft.com/office/powerpoint/2010/main" val="27125652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360AC9-4135-2FCB-9E72-85ABE7D0ED79}"/>
              </a:ext>
            </a:extLst>
          </p:cNvPr>
          <p:cNvSpPr>
            <a:spLocks noGrp="1"/>
          </p:cNvSpPr>
          <p:nvPr>
            <p:ph type="title"/>
          </p:nvPr>
        </p:nvSpPr>
        <p:spPr/>
        <p:txBody>
          <a:bodyPr/>
          <a:lstStyle/>
          <a:p>
            <a:r>
              <a:rPr lang="en-US" dirty="0"/>
              <a:t>OLAP-</a:t>
            </a:r>
            <a:r>
              <a:rPr lang="ru-RU" dirty="0"/>
              <a:t>куб</a:t>
            </a:r>
          </a:p>
        </p:txBody>
      </p:sp>
      <p:pic>
        <p:nvPicPr>
          <p:cNvPr id="6" name="Объект 5">
            <a:extLst>
              <a:ext uri="{FF2B5EF4-FFF2-40B4-BE49-F238E27FC236}">
                <a16:creationId xmlns:a16="http://schemas.microsoft.com/office/drawing/2014/main" id="{AC835176-2D04-3089-A1B5-8ABA67F74FC7}"/>
              </a:ext>
            </a:extLst>
          </p:cNvPr>
          <p:cNvPicPr>
            <a:picLocks noGrp="1" noChangeAspect="1"/>
          </p:cNvPicPr>
          <p:nvPr>
            <p:ph idx="1"/>
          </p:nvPr>
        </p:nvPicPr>
        <p:blipFill>
          <a:blip r:embed="rId2"/>
          <a:stretch>
            <a:fillRect/>
          </a:stretch>
        </p:blipFill>
        <p:spPr>
          <a:xfrm>
            <a:off x="838200" y="1364185"/>
            <a:ext cx="10515600" cy="4807493"/>
          </a:xfrm>
        </p:spPr>
      </p:pic>
      <p:sp>
        <p:nvSpPr>
          <p:cNvPr id="4" name="Номер слайда 3">
            <a:extLst>
              <a:ext uri="{FF2B5EF4-FFF2-40B4-BE49-F238E27FC236}">
                <a16:creationId xmlns:a16="http://schemas.microsoft.com/office/drawing/2014/main" id="{F250A922-334A-E78C-07B6-9ED140C19EE1}"/>
              </a:ext>
            </a:extLst>
          </p:cNvPr>
          <p:cNvSpPr>
            <a:spLocks noGrp="1"/>
          </p:cNvSpPr>
          <p:nvPr>
            <p:ph type="sldNum" sz="quarter" idx="12"/>
          </p:nvPr>
        </p:nvSpPr>
        <p:spPr/>
        <p:txBody>
          <a:bodyPr/>
          <a:lstStyle/>
          <a:p>
            <a:fld id="{81C5FB71-5E9C-41B5-9BB8-3F1EBEAEB16A}" type="slidenum">
              <a:rPr lang="ru-RU" smtClean="0"/>
              <a:t>58</a:t>
            </a:fld>
            <a:endParaRPr lang="ru-RU"/>
          </a:p>
        </p:txBody>
      </p:sp>
    </p:spTree>
    <p:extLst>
      <p:ext uri="{BB962C8B-B14F-4D97-AF65-F5344CB8AC3E}">
        <p14:creationId xmlns:p14="http://schemas.microsoft.com/office/powerpoint/2010/main" val="27955913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1C6EDA-793F-EC44-809E-6B63DFABA9E6}"/>
              </a:ext>
            </a:extLst>
          </p:cNvPr>
          <p:cNvSpPr>
            <a:spLocks noGrp="1"/>
          </p:cNvSpPr>
          <p:nvPr>
            <p:ph type="title"/>
          </p:nvPr>
        </p:nvSpPr>
        <p:spPr/>
        <p:txBody>
          <a:bodyPr/>
          <a:lstStyle/>
          <a:p>
            <a:r>
              <a:rPr lang="ru-RU" dirty="0" err="1"/>
              <a:t>Дашборды</a:t>
            </a:r>
            <a:endParaRPr lang="ru-RU" dirty="0"/>
          </a:p>
        </p:txBody>
      </p:sp>
      <p:pic>
        <p:nvPicPr>
          <p:cNvPr id="6" name="Объект 5">
            <a:extLst>
              <a:ext uri="{FF2B5EF4-FFF2-40B4-BE49-F238E27FC236}">
                <a16:creationId xmlns:a16="http://schemas.microsoft.com/office/drawing/2014/main" id="{48CE479F-E6D2-A2CB-34CD-F26D1226ABDB}"/>
              </a:ext>
            </a:extLst>
          </p:cNvPr>
          <p:cNvPicPr>
            <a:picLocks noGrp="1" noChangeAspect="1"/>
          </p:cNvPicPr>
          <p:nvPr>
            <p:ph idx="1"/>
          </p:nvPr>
        </p:nvPicPr>
        <p:blipFill>
          <a:blip r:embed="rId2"/>
          <a:stretch>
            <a:fillRect/>
          </a:stretch>
        </p:blipFill>
        <p:spPr>
          <a:xfrm>
            <a:off x="2062135" y="1358900"/>
            <a:ext cx="8067730" cy="4818063"/>
          </a:xfrm>
        </p:spPr>
      </p:pic>
      <p:sp>
        <p:nvSpPr>
          <p:cNvPr id="4" name="Номер слайда 3">
            <a:extLst>
              <a:ext uri="{FF2B5EF4-FFF2-40B4-BE49-F238E27FC236}">
                <a16:creationId xmlns:a16="http://schemas.microsoft.com/office/drawing/2014/main" id="{C90E8271-AAA5-5EC1-6299-80D9DABF8A44}"/>
              </a:ext>
            </a:extLst>
          </p:cNvPr>
          <p:cNvSpPr>
            <a:spLocks noGrp="1"/>
          </p:cNvSpPr>
          <p:nvPr>
            <p:ph type="sldNum" sz="quarter" idx="12"/>
          </p:nvPr>
        </p:nvSpPr>
        <p:spPr/>
        <p:txBody>
          <a:bodyPr/>
          <a:lstStyle/>
          <a:p>
            <a:fld id="{81C5FB71-5E9C-41B5-9BB8-3F1EBEAEB16A}" type="slidenum">
              <a:rPr lang="ru-RU" smtClean="0"/>
              <a:t>59</a:t>
            </a:fld>
            <a:endParaRPr lang="ru-RU"/>
          </a:p>
        </p:txBody>
      </p:sp>
    </p:spTree>
    <p:extLst>
      <p:ext uri="{BB962C8B-B14F-4D97-AF65-F5344CB8AC3E}">
        <p14:creationId xmlns:p14="http://schemas.microsoft.com/office/powerpoint/2010/main" val="30255518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0CECFF-9419-B420-F1F7-1BE1F42662CA}"/>
              </a:ext>
            </a:extLst>
          </p:cNvPr>
          <p:cNvSpPr>
            <a:spLocks noGrp="1"/>
          </p:cNvSpPr>
          <p:nvPr>
            <p:ph type="title"/>
          </p:nvPr>
        </p:nvSpPr>
        <p:spPr/>
        <p:txBody>
          <a:bodyPr/>
          <a:lstStyle/>
          <a:p>
            <a:r>
              <a:rPr lang="ru-RU" dirty="0"/>
              <a:t>Пример </a:t>
            </a:r>
            <a:r>
              <a:rPr lang="ru-RU" dirty="0" err="1"/>
              <a:t>дашборда</a:t>
            </a:r>
            <a:r>
              <a:rPr lang="ru-RU" dirty="0"/>
              <a:t> </a:t>
            </a:r>
            <a:r>
              <a:rPr lang="en-US" dirty="0" err="1"/>
              <a:t>YandexDataLens</a:t>
            </a:r>
            <a:r>
              <a:rPr lang="en-US" dirty="0"/>
              <a:t> </a:t>
            </a:r>
            <a:r>
              <a:rPr lang="ru-RU" dirty="0"/>
              <a:t>для сети</a:t>
            </a:r>
          </a:p>
        </p:txBody>
      </p:sp>
      <p:pic>
        <p:nvPicPr>
          <p:cNvPr id="6" name="Объект 5">
            <a:extLst>
              <a:ext uri="{FF2B5EF4-FFF2-40B4-BE49-F238E27FC236}">
                <a16:creationId xmlns:a16="http://schemas.microsoft.com/office/drawing/2014/main" id="{05E7DAA8-DB74-69E8-0F61-D4F38B5E920A}"/>
              </a:ext>
            </a:extLst>
          </p:cNvPr>
          <p:cNvPicPr>
            <a:picLocks noGrp="1" noChangeAspect="1"/>
          </p:cNvPicPr>
          <p:nvPr>
            <p:ph idx="1"/>
          </p:nvPr>
        </p:nvPicPr>
        <p:blipFill>
          <a:blip r:embed="rId2"/>
          <a:stretch>
            <a:fillRect/>
          </a:stretch>
        </p:blipFill>
        <p:spPr>
          <a:xfrm>
            <a:off x="1185317" y="1039065"/>
            <a:ext cx="10168483" cy="5748144"/>
          </a:xfrm>
        </p:spPr>
      </p:pic>
      <p:sp>
        <p:nvSpPr>
          <p:cNvPr id="4" name="Номер слайда 3">
            <a:extLst>
              <a:ext uri="{FF2B5EF4-FFF2-40B4-BE49-F238E27FC236}">
                <a16:creationId xmlns:a16="http://schemas.microsoft.com/office/drawing/2014/main" id="{258698E2-C3AF-CB38-75EE-A04E2D70EB7B}"/>
              </a:ext>
            </a:extLst>
          </p:cNvPr>
          <p:cNvSpPr>
            <a:spLocks noGrp="1"/>
          </p:cNvSpPr>
          <p:nvPr>
            <p:ph type="sldNum" sz="quarter" idx="12"/>
          </p:nvPr>
        </p:nvSpPr>
        <p:spPr/>
        <p:txBody>
          <a:bodyPr/>
          <a:lstStyle/>
          <a:p>
            <a:fld id="{81C5FB71-5E9C-41B5-9BB8-3F1EBEAEB16A}" type="slidenum">
              <a:rPr lang="ru-RU" smtClean="0"/>
              <a:t>60</a:t>
            </a:fld>
            <a:endParaRPr lang="ru-RU"/>
          </a:p>
        </p:txBody>
      </p:sp>
    </p:spTree>
    <p:extLst>
      <p:ext uri="{BB962C8B-B14F-4D97-AF65-F5344CB8AC3E}">
        <p14:creationId xmlns:p14="http://schemas.microsoft.com/office/powerpoint/2010/main" val="36806223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81A035-83A9-A14D-DC9D-D8C1595AAC0E}"/>
              </a:ext>
            </a:extLst>
          </p:cNvPr>
          <p:cNvSpPr>
            <a:spLocks noGrp="1"/>
          </p:cNvSpPr>
          <p:nvPr>
            <p:ph type="title"/>
          </p:nvPr>
        </p:nvSpPr>
        <p:spPr/>
        <p:txBody>
          <a:bodyPr/>
          <a:lstStyle/>
          <a:p>
            <a:r>
              <a:rPr lang="ru-RU" dirty="0"/>
              <a:t>Инструменты для визуализации данных</a:t>
            </a:r>
          </a:p>
        </p:txBody>
      </p:sp>
      <p:graphicFrame>
        <p:nvGraphicFramePr>
          <p:cNvPr id="5" name="Объект 4">
            <a:extLst>
              <a:ext uri="{FF2B5EF4-FFF2-40B4-BE49-F238E27FC236}">
                <a16:creationId xmlns:a16="http://schemas.microsoft.com/office/drawing/2014/main" id="{7D4EA152-FA7A-39E2-9005-C442B36183AF}"/>
              </a:ext>
            </a:extLst>
          </p:cNvPr>
          <p:cNvGraphicFramePr>
            <a:graphicFrameLocks noGrp="1"/>
          </p:cNvGraphicFramePr>
          <p:nvPr>
            <p:ph idx="1"/>
            <p:extLst>
              <p:ext uri="{D42A27DB-BD31-4B8C-83A1-F6EECF244321}">
                <p14:modId xmlns:p14="http://schemas.microsoft.com/office/powerpoint/2010/main" val="1283205105"/>
              </p:ext>
            </p:extLst>
          </p:nvPr>
        </p:nvGraphicFramePr>
        <p:xfrm>
          <a:off x="838200" y="1358781"/>
          <a:ext cx="10515600" cy="48181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Номер слайда 3">
            <a:extLst>
              <a:ext uri="{FF2B5EF4-FFF2-40B4-BE49-F238E27FC236}">
                <a16:creationId xmlns:a16="http://schemas.microsoft.com/office/drawing/2014/main" id="{BA680C45-07A1-9E48-EA51-BAF61D8DA709}"/>
              </a:ext>
            </a:extLst>
          </p:cNvPr>
          <p:cNvSpPr>
            <a:spLocks noGrp="1"/>
          </p:cNvSpPr>
          <p:nvPr>
            <p:ph type="sldNum" sz="quarter" idx="12"/>
          </p:nvPr>
        </p:nvSpPr>
        <p:spPr/>
        <p:txBody>
          <a:bodyPr/>
          <a:lstStyle/>
          <a:p>
            <a:fld id="{81C5FB71-5E9C-41B5-9BB8-3F1EBEAEB16A}" type="slidenum">
              <a:rPr lang="ru-RU" smtClean="0"/>
              <a:t>61</a:t>
            </a:fld>
            <a:endParaRPr lang="ru-RU"/>
          </a:p>
        </p:txBody>
      </p:sp>
    </p:spTree>
    <p:extLst>
      <p:ext uri="{BB962C8B-B14F-4D97-AF65-F5344CB8AC3E}">
        <p14:creationId xmlns:p14="http://schemas.microsoft.com/office/powerpoint/2010/main" val="15266938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C993E1-917F-04AD-22CE-D87407981BEE}"/>
              </a:ext>
            </a:extLst>
          </p:cNvPr>
          <p:cNvSpPr>
            <a:spLocks noGrp="1"/>
          </p:cNvSpPr>
          <p:nvPr>
            <p:ph type="title"/>
          </p:nvPr>
        </p:nvSpPr>
        <p:spPr/>
        <p:txBody>
          <a:bodyPr/>
          <a:lstStyle/>
          <a:p>
            <a:r>
              <a:rPr lang="ru-RU" dirty="0"/>
              <a:t>Вопросы</a:t>
            </a:r>
          </a:p>
        </p:txBody>
      </p:sp>
      <p:sp>
        <p:nvSpPr>
          <p:cNvPr id="3" name="Объект 2">
            <a:extLst>
              <a:ext uri="{FF2B5EF4-FFF2-40B4-BE49-F238E27FC236}">
                <a16:creationId xmlns:a16="http://schemas.microsoft.com/office/drawing/2014/main" id="{B83B5443-5164-B10D-3A1B-F30CBC3DBD3F}"/>
              </a:ext>
            </a:extLst>
          </p:cNvPr>
          <p:cNvSpPr>
            <a:spLocks noGrp="1"/>
          </p:cNvSpPr>
          <p:nvPr>
            <p:ph idx="1"/>
          </p:nvPr>
        </p:nvSpPr>
        <p:spPr/>
        <p:txBody>
          <a:bodyPr/>
          <a:lstStyle/>
          <a:p>
            <a:endParaRPr lang="ru-RU" dirty="0"/>
          </a:p>
        </p:txBody>
      </p:sp>
      <p:sp>
        <p:nvSpPr>
          <p:cNvPr id="4" name="Номер слайда 3">
            <a:extLst>
              <a:ext uri="{FF2B5EF4-FFF2-40B4-BE49-F238E27FC236}">
                <a16:creationId xmlns:a16="http://schemas.microsoft.com/office/drawing/2014/main" id="{8D4E9EA9-896C-E6D9-3151-57381AD5CDF0}"/>
              </a:ext>
            </a:extLst>
          </p:cNvPr>
          <p:cNvSpPr>
            <a:spLocks noGrp="1"/>
          </p:cNvSpPr>
          <p:nvPr>
            <p:ph type="sldNum" sz="quarter" idx="12"/>
          </p:nvPr>
        </p:nvSpPr>
        <p:spPr/>
        <p:txBody>
          <a:bodyPr/>
          <a:lstStyle/>
          <a:p>
            <a:fld id="{81C5FB71-5E9C-41B5-9BB8-3F1EBEAEB16A}" type="slidenum">
              <a:rPr lang="ru-RU" smtClean="0"/>
              <a:t>62</a:t>
            </a:fld>
            <a:endParaRPr lang="ru-RU"/>
          </a:p>
        </p:txBody>
      </p:sp>
    </p:spTree>
    <p:extLst>
      <p:ext uri="{BB962C8B-B14F-4D97-AF65-F5344CB8AC3E}">
        <p14:creationId xmlns:p14="http://schemas.microsoft.com/office/powerpoint/2010/main" val="17956588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D02A7036-67AC-4B6E-933D-0EBEFC2F148D}"/>
              </a:ext>
            </a:extLst>
          </p:cNvPr>
          <p:cNvSpPr>
            <a:spLocks noGrp="1"/>
          </p:cNvSpPr>
          <p:nvPr>
            <p:ph type="body" sz="quarter" idx="10"/>
          </p:nvPr>
        </p:nvSpPr>
        <p:spPr/>
        <p:txBody>
          <a:bodyPr anchor="b"/>
          <a:lstStyle/>
          <a:p>
            <a:r>
              <a:rPr lang="ru-RU" dirty="0"/>
              <a:t>Спасибо за внимание!</a:t>
            </a:r>
          </a:p>
        </p:txBody>
      </p:sp>
      <p:sp>
        <p:nvSpPr>
          <p:cNvPr id="4" name="Текст 3">
            <a:extLst>
              <a:ext uri="{FF2B5EF4-FFF2-40B4-BE49-F238E27FC236}">
                <a16:creationId xmlns:a16="http://schemas.microsoft.com/office/drawing/2014/main" id="{4304D1FC-3C2B-40AC-AC46-5ADB2B78FD76}"/>
              </a:ext>
            </a:extLst>
          </p:cNvPr>
          <p:cNvSpPr>
            <a:spLocks noGrp="1"/>
          </p:cNvSpPr>
          <p:nvPr>
            <p:ph type="body" sz="quarter" idx="11"/>
          </p:nvPr>
        </p:nvSpPr>
        <p:spPr/>
        <p:txBody>
          <a:bodyPr/>
          <a:lstStyle/>
          <a:p>
            <a:r>
              <a:rPr lang="ru-RU" sz="4000" dirty="0"/>
              <a:t>Юрченков Иван Александрович</a:t>
            </a:r>
          </a:p>
        </p:txBody>
      </p:sp>
      <p:sp>
        <p:nvSpPr>
          <p:cNvPr id="5" name="Текст 4">
            <a:extLst>
              <a:ext uri="{FF2B5EF4-FFF2-40B4-BE49-F238E27FC236}">
                <a16:creationId xmlns:a16="http://schemas.microsoft.com/office/drawing/2014/main" id="{85920733-DC10-4100-9E5C-5EBB2D00AEC4}"/>
              </a:ext>
            </a:extLst>
          </p:cNvPr>
          <p:cNvSpPr>
            <a:spLocks noGrp="1"/>
          </p:cNvSpPr>
          <p:nvPr>
            <p:ph type="body" sz="quarter" idx="13"/>
          </p:nvPr>
        </p:nvSpPr>
        <p:spPr/>
        <p:txBody>
          <a:bodyPr/>
          <a:lstStyle/>
          <a:p>
            <a:r>
              <a:rPr lang="en-US" dirty="0">
                <a:hlinkClick r:id="rId3"/>
              </a:rPr>
              <a:t>Yurchenkov@mirea.ru</a:t>
            </a:r>
            <a:r>
              <a:rPr lang="en-US" dirty="0"/>
              <a:t>	</a:t>
            </a:r>
            <a:r>
              <a:rPr lang="en-US" dirty="0">
                <a:hlinkClick r:id="rId4"/>
              </a:rPr>
              <a:t>qwerty29544@gmail.com</a:t>
            </a:r>
            <a:r>
              <a:rPr lang="en-US" dirty="0"/>
              <a:t> 	</a:t>
            </a:r>
            <a:r>
              <a:rPr lang="en-US" dirty="0" err="1"/>
              <a:t>tg</a:t>
            </a:r>
            <a:r>
              <a:rPr lang="en-US" dirty="0"/>
              <a:t>:</a:t>
            </a:r>
            <a:r>
              <a:rPr lang="ru-RU" dirty="0"/>
              <a:t> </a:t>
            </a:r>
            <a:r>
              <a:rPr lang="en-US" dirty="0"/>
              <a:t>@ivanyurchenkov</a:t>
            </a:r>
            <a:endParaRPr lang="ru-RU" dirty="0"/>
          </a:p>
        </p:txBody>
      </p:sp>
      <p:sp>
        <p:nvSpPr>
          <p:cNvPr id="6" name="Текст 5">
            <a:extLst>
              <a:ext uri="{FF2B5EF4-FFF2-40B4-BE49-F238E27FC236}">
                <a16:creationId xmlns:a16="http://schemas.microsoft.com/office/drawing/2014/main" id="{936B0D40-C816-44EC-A3D6-5CA90F8CE9F3}"/>
              </a:ext>
            </a:extLst>
          </p:cNvPr>
          <p:cNvSpPr>
            <a:spLocks noGrp="1"/>
          </p:cNvSpPr>
          <p:nvPr>
            <p:ph type="body" sz="quarter" idx="14"/>
          </p:nvPr>
        </p:nvSpPr>
        <p:spPr/>
        <p:txBody>
          <a:bodyPr/>
          <a:lstStyle/>
          <a:p>
            <a:r>
              <a:rPr lang="ru-RU" dirty="0"/>
              <a:t>Старший преподаватель кафедры прикладной математики ИИТ</a:t>
            </a:r>
          </a:p>
        </p:txBody>
      </p:sp>
    </p:spTree>
    <p:extLst>
      <p:ext uri="{BB962C8B-B14F-4D97-AF65-F5344CB8AC3E}">
        <p14:creationId xmlns:p14="http://schemas.microsoft.com/office/powerpoint/2010/main" val="2103870918"/>
      </p:ext>
    </p:extLst>
  </p:cSld>
  <p:clrMapOvr>
    <a:masterClrMapping/>
  </p:clrMapOvr>
</p:sld>
</file>

<file path=ppt/theme/theme1.xml><?xml version="1.0" encoding="utf-8"?>
<a:theme xmlns:a="http://schemas.openxmlformats.org/drawingml/2006/main" name="Специальное оформление">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6628</TotalTime>
  <Words>3325</Words>
  <Application>Microsoft Office PowerPoint</Application>
  <PresentationFormat>Широкоэкранный</PresentationFormat>
  <Paragraphs>507</Paragraphs>
  <Slides>63</Slides>
  <Notes>12</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63</vt:i4>
      </vt:variant>
    </vt:vector>
  </HeadingPairs>
  <TitlesOfParts>
    <vt:vector size="70" baseType="lpstr">
      <vt:lpstr>Arial</vt:lpstr>
      <vt:lpstr>Calibri</vt:lpstr>
      <vt:lpstr>Cambria Math</vt:lpstr>
      <vt:lpstr>MJXc-TeX-math-I</vt:lpstr>
      <vt:lpstr>Source Sans Pro</vt:lpstr>
      <vt:lpstr>YS Text</vt:lpstr>
      <vt:lpstr>Специальное оформление</vt:lpstr>
      <vt:lpstr>Презентация PowerPoint</vt:lpstr>
      <vt:lpstr>Лекция №3. Визуализация и статистический анализ данных</vt:lpstr>
      <vt:lpstr>Статистика</vt:lpstr>
      <vt:lpstr>Основные статистические характеристики</vt:lpstr>
      <vt:lpstr>Меры центральной тенденции</vt:lpstr>
      <vt:lpstr>Меры изменчивости</vt:lpstr>
      <vt:lpstr>Межквартильный размах</vt:lpstr>
      <vt:lpstr>Межквартильный размах</vt:lpstr>
      <vt:lpstr>Анализ категорийных данных</vt:lpstr>
      <vt:lpstr>Распределения вероятностей</vt:lpstr>
      <vt:lpstr>Распределения вероятностей</vt:lpstr>
      <vt:lpstr>Центральная предельная теорема</vt:lpstr>
      <vt:lpstr>Нормальное распределение</vt:lpstr>
      <vt:lpstr>Бутстрап (Bootstrap)</vt:lpstr>
      <vt:lpstr>T-распределение Стьюдента</vt:lpstr>
      <vt:lpstr>Распределение χ^2</vt:lpstr>
      <vt:lpstr>Доверительные интервалы статистик</vt:lpstr>
      <vt:lpstr>Доверительные интервалы статистик</vt:lpstr>
      <vt:lpstr>Проверка статистических гипотез</vt:lpstr>
      <vt:lpstr>Статистическая гипотеза</vt:lpstr>
      <vt:lpstr>Проверка гипотез</vt:lpstr>
      <vt:lpstr>Виды статистических гипотез</vt:lpstr>
      <vt:lpstr>Визуализация данных</vt:lpstr>
      <vt:lpstr>Типы визуализации, задачи и требования</vt:lpstr>
      <vt:lpstr>Последовательность проверки статистических гипотез</vt:lpstr>
      <vt:lpstr>Статистические критерии</vt:lpstr>
      <vt:lpstr>Полезно понимать</vt:lpstr>
      <vt:lpstr>Ошибки статистического теста</vt:lpstr>
      <vt:lpstr>Гипотезы о параметрах генеральной совокупности</vt:lpstr>
      <vt:lpstr>Сравнение средних значений двух выборок</vt:lpstr>
      <vt:lpstr>Критерии нормальности распределения</vt:lpstr>
      <vt:lpstr>Критерий Шпиро-Уилка</vt:lpstr>
      <vt:lpstr>Тест Шапиро-Уилка</vt:lpstr>
      <vt:lpstr>Критерий χ^2  Пирсона</vt:lpstr>
      <vt:lpstr>Тест χ^2 Пирсона</vt:lpstr>
      <vt:lpstr>Требования к проведению теста χ^2</vt:lpstr>
      <vt:lpstr>T-тест Стьюдента</vt:lpstr>
      <vt:lpstr>T-тест Стьюдента</vt:lpstr>
      <vt:lpstr>Т-тест Стьюдента</vt:lpstr>
      <vt:lpstr>Визуализация данных</vt:lpstr>
      <vt:lpstr>Визуализация в процессе работы с данными</vt:lpstr>
      <vt:lpstr>Задачи визуализации</vt:lpstr>
      <vt:lpstr>Визуализация процессов анализа данных</vt:lpstr>
      <vt:lpstr>Последовательность оценки качества данных</vt:lpstr>
      <vt:lpstr>Методы визуализации</vt:lpstr>
      <vt:lpstr>Гистограмма</vt:lpstr>
      <vt:lpstr>Распределения вероятностей</vt:lpstr>
      <vt:lpstr>Гистограмма плотности распределения</vt:lpstr>
      <vt:lpstr>Ящик с усами</vt:lpstr>
      <vt:lpstr>Гистограмма и ящик с усами</vt:lpstr>
      <vt:lpstr>Линейный график</vt:lpstr>
      <vt:lpstr>Диаграмма разброса</vt:lpstr>
      <vt:lpstr>Контурный график и график шестиугольников</vt:lpstr>
      <vt:lpstr>Масштабируемость визуализации</vt:lpstr>
      <vt:lpstr>Плоское дерево</vt:lpstr>
      <vt:lpstr>Облако слов</vt:lpstr>
      <vt:lpstr>OLAP-куб</vt:lpstr>
      <vt:lpstr>OLAP-куб</vt:lpstr>
      <vt:lpstr>Дашборды</vt:lpstr>
      <vt:lpstr>Пример дашборда YandexDataLens для сети</vt:lpstr>
      <vt:lpstr>Инструменты для визуализации данных</vt:lpstr>
      <vt:lpstr>Вопросы</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Саният Рагимова</dc:creator>
  <cp:lastModifiedBy>Иван Юрченков</cp:lastModifiedBy>
  <cp:revision>262</cp:revision>
  <dcterms:created xsi:type="dcterms:W3CDTF">2019-02-28T12:14:57Z</dcterms:created>
  <dcterms:modified xsi:type="dcterms:W3CDTF">2024-10-01T14:28:42Z</dcterms:modified>
</cp:coreProperties>
</file>